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72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8D99FE-356C-4716-8733-0651BA1AB075}" v="3" dt="2026-06-30T20:28:40.899"/>
    <p1510:client id="{E2F6B850-39E2-41BC-8855-EDEEF74CB478}" v="2" dt="2026-07-01T08:53:22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ine VIVIEN" userId="360f1131c864c888" providerId="LiveId" clId="{BCF8220F-FA57-4D90-A194-5A123AAEFF6E}"/>
    <pc:docChg chg="undo redo custSel addSld delSld modSld sldOrd">
      <pc:chgData name="Antoine VIVIEN" userId="360f1131c864c888" providerId="LiveId" clId="{BCF8220F-FA57-4D90-A194-5A123AAEFF6E}" dt="2026-07-01T09:26:00.389" v="1542" actId="20577"/>
      <pc:docMkLst>
        <pc:docMk/>
      </pc:docMkLst>
      <pc:sldChg chg="modSp mod">
        <pc:chgData name="Antoine VIVIEN" userId="360f1131c864c888" providerId="LiveId" clId="{BCF8220F-FA57-4D90-A194-5A123AAEFF6E}" dt="2026-07-01T09:20:40.384" v="1522" actId="20577"/>
        <pc:sldMkLst>
          <pc:docMk/>
          <pc:sldMk cId="0" sldId="259"/>
        </pc:sldMkLst>
        <pc:spChg chg="mod">
          <ac:chgData name="Antoine VIVIEN" userId="360f1131c864c888" providerId="LiveId" clId="{BCF8220F-FA57-4D90-A194-5A123AAEFF6E}" dt="2026-07-01T09:20:30.452" v="1515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ntoine VIVIEN" userId="360f1131c864c888" providerId="LiveId" clId="{BCF8220F-FA57-4D90-A194-5A123AAEFF6E}" dt="2026-07-01T09:20:40.384" v="1522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ntoine VIVIEN" userId="360f1131c864c888" providerId="LiveId" clId="{BCF8220F-FA57-4D90-A194-5A123AAEFF6E}" dt="2026-07-01T08:30:54.642" v="719" actId="403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Antoine VIVIEN" userId="360f1131c864c888" providerId="LiveId" clId="{BCF8220F-FA57-4D90-A194-5A123AAEFF6E}" dt="2026-06-30T20:15:24.347" v="35" actId="20577"/>
        <pc:sldMkLst>
          <pc:docMk/>
          <pc:sldMk cId="0" sldId="260"/>
        </pc:sldMkLst>
        <pc:spChg chg="mod">
          <ac:chgData name="Antoine VIVIEN" userId="360f1131c864c888" providerId="LiveId" clId="{BCF8220F-FA57-4D90-A194-5A123AAEFF6E}" dt="2026-06-30T20:14:14.900" v="13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4:28.757" v="14" actId="20577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5:24.347" v="35" actId="20577"/>
          <ac:spMkLst>
            <pc:docMk/>
            <pc:sldMk cId="0" sldId="260"/>
            <ac:spMk id="33" creationId="{00000000-0000-0000-0000-000000000000}"/>
          </ac:spMkLst>
        </pc:spChg>
      </pc:sldChg>
      <pc:sldChg chg="addSp delSp modSp mod">
        <pc:chgData name="Antoine VIVIEN" userId="360f1131c864c888" providerId="LiveId" clId="{BCF8220F-FA57-4D90-A194-5A123AAEFF6E}" dt="2026-06-30T20:15:34.670" v="40" actId="478"/>
        <pc:sldMkLst>
          <pc:docMk/>
          <pc:sldMk cId="0" sldId="261"/>
        </pc:sldMkLst>
        <pc:spChg chg="add del">
          <ac:chgData name="Antoine VIVIEN" userId="360f1131c864c888" providerId="LiveId" clId="{BCF8220F-FA57-4D90-A194-5A123AAEFF6E}" dt="2026-06-30T20:15:21.042" v="33" actId="478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Antoine VIVIEN" userId="360f1131c864c888" providerId="LiveId" clId="{BCF8220F-FA57-4D90-A194-5A123AAEFF6E}" dt="2026-06-30T20:15:18.843" v="28" actId="478"/>
          <ac:spMkLst>
            <pc:docMk/>
            <pc:sldMk cId="0" sldId="261"/>
            <ac:spMk id="17" creationId="{00000000-0000-0000-0000-000000000000}"/>
          </ac:spMkLst>
        </pc:spChg>
        <pc:spChg chg="add del">
          <ac:chgData name="Antoine VIVIEN" userId="360f1131c864c888" providerId="LiveId" clId="{BCF8220F-FA57-4D90-A194-5A123AAEFF6E}" dt="2026-06-30T20:15:19.180" v="29" actId="478"/>
          <ac:spMkLst>
            <pc:docMk/>
            <pc:sldMk cId="0" sldId="261"/>
            <ac:spMk id="18" creationId="{00000000-0000-0000-0000-000000000000}"/>
          </ac:spMkLst>
        </pc:spChg>
        <pc:spChg chg="add del mod">
          <ac:chgData name="Antoine VIVIEN" userId="360f1131c864c888" providerId="LiveId" clId="{BCF8220F-FA57-4D90-A194-5A123AAEFF6E}" dt="2026-06-30T20:15:29.835" v="36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Antoine VIVIEN" userId="360f1131c864c888" providerId="LiveId" clId="{BCF8220F-FA57-4D90-A194-5A123AAEFF6E}" dt="2026-06-30T20:15:32.105" v="37" actId="478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Antoine VIVIEN" userId="360f1131c864c888" providerId="LiveId" clId="{BCF8220F-FA57-4D90-A194-5A123AAEFF6E}" dt="2026-06-30T20:15:34.670" v="40" actId="478"/>
          <ac:spMkLst>
            <pc:docMk/>
            <pc:sldMk cId="0" sldId="261"/>
            <ac:spMk id="21" creationId="{00000000-0000-0000-0000-000000000000}"/>
          </ac:spMkLst>
        </pc:spChg>
        <pc:spChg chg="del mod">
          <ac:chgData name="Antoine VIVIEN" userId="360f1131c864c888" providerId="LiveId" clId="{BCF8220F-FA57-4D90-A194-5A123AAEFF6E}" dt="2026-06-30T20:15:33.864" v="39" actId="478"/>
          <ac:spMkLst>
            <pc:docMk/>
            <pc:sldMk cId="0" sldId="261"/>
            <ac:spMk id="23" creationId="{00000000-0000-0000-0000-000000000000}"/>
          </ac:spMkLst>
        </pc:spChg>
      </pc:sldChg>
      <pc:sldChg chg="modSp mod">
        <pc:chgData name="Antoine VIVIEN" userId="360f1131c864c888" providerId="LiveId" clId="{BCF8220F-FA57-4D90-A194-5A123AAEFF6E}" dt="2026-06-30T20:16:56.870" v="72" actId="20577"/>
        <pc:sldMkLst>
          <pc:docMk/>
          <pc:sldMk cId="0" sldId="262"/>
        </pc:sldMkLst>
        <pc:spChg chg="mod">
          <ac:chgData name="Antoine VIVIEN" userId="360f1131c864c888" providerId="LiveId" clId="{BCF8220F-FA57-4D90-A194-5A123AAEFF6E}" dt="2026-06-30T20:15:49.114" v="53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5:58.539" v="54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6:04.836" v="62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6:25.932" v="63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6:32.798" v="66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6:42.743" v="70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6:45.604" v="71" actId="2057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16:56.870" v="72" actId="20577"/>
          <ac:spMkLst>
            <pc:docMk/>
            <pc:sldMk cId="0" sldId="262"/>
            <ac:spMk id="27" creationId="{00000000-0000-0000-0000-000000000000}"/>
          </ac:spMkLst>
        </pc:spChg>
      </pc:sldChg>
      <pc:sldChg chg="delSp modSp mod">
        <pc:chgData name="Antoine VIVIEN" userId="360f1131c864c888" providerId="LiveId" clId="{BCF8220F-FA57-4D90-A194-5A123AAEFF6E}" dt="2026-06-30T20:17:38.144" v="81" actId="478"/>
        <pc:sldMkLst>
          <pc:docMk/>
          <pc:sldMk cId="0" sldId="263"/>
        </pc:sldMkLst>
        <pc:spChg chg="del">
          <ac:chgData name="Antoine VIVIEN" userId="360f1131c864c888" providerId="LiveId" clId="{BCF8220F-FA57-4D90-A194-5A123AAEFF6E}" dt="2026-06-30T20:17:31.333" v="73" actId="478"/>
          <ac:spMkLst>
            <pc:docMk/>
            <pc:sldMk cId="0" sldId="263"/>
            <ac:spMk id="36" creationId="{00000000-0000-0000-0000-000000000000}"/>
          </ac:spMkLst>
        </pc:spChg>
        <pc:spChg chg="del mod">
          <ac:chgData name="Antoine VIVIEN" userId="360f1131c864c888" providerId="LiveId" clId="{BCF8220F-FA57-4D90-A194-5A123AAEFF6E}" dt="2026-06-30T20:17:32.988" v="75" actId="478"/>
          <ac:spMkLst>
            <pc:docMk/>
            <pc:sldMk cId="0" sldId="263"/>
            <ac:spMk id="37" creationId="{00000000-0000-0000-0000-000000000000}"/>
          </ac:spMkLst>
        </pc:spChg>
        <pc:spChg chg="del">
          <ac:chgData name="Antoine VIVIEN" userId="360f1131c864c888" providerId="LiveId" clId="{BCF8220F-FA57-4D90-A194-5A123AAEFF6E}" dt="2026-06-30T20:17:33.756" v="76" actId="478"/>
          <ac:spMkLst>
            <pc:docMk/>
            <pc:sldMk cId="0" sldId="263"/>
            <ac:spMk id="38" creationId="{00000000-0000-0000-0000-000000000000}"/>
          </ac:spMkLst>
        </pc:spChg>
        <pc:spChg chg="del mod">
          <ac:chgData name="Antoine VIVIEN" userId="360f1131c864c888" providerId="LiveId" clId="{BCF8220F-FA57-4D90-A194-5A123AAEFF6E}" dt="2026-06-30T20:17:35.512" v="78" actId="478"/>
          <ac:spMkLst>
            <pc:docMk/>
            <pc:sldMk cId="0" sldId="263"/>
            <ac:spMk id="39" creationId="{00000000-0000-0000-0000-000000000000}"/>
          </ac:spMkLst>
        </pc:spChg>
        <pc:spChg chg="del">
          <ac:chgData name="Antoine VIVIEN" userId="360f1131c864c888" providerId="LiveId" clId="{BCF8220F-FA57-4D90-A194-5A123AAEFF6E}" dt="2026-06-30T20:17:36.909" v="80" actId="478"/>
          <ac:spMkLst>
            <pc:docMk/>
            <pc:sldMk cId="0" sldId="263"/>
            <ac:spMk id="40" creationId="{00000000-0000-0000-0000-000000000000}"/>
          </ac:spMkLst>
        </pc:spChg>
        <pc:spChg chg="del mod">
          <ac:chgData name="Antoine VIVIEN" userId="360f1131c864c888" providerId="LiveId" clId="{BCF8220F-FA57-4D90-A194-5A123AAEFF6E}" dt="2026-06-30T20:17:38.144" v="81" actId="478"/>
          <ac:spMkLst>
            <pc:docMk/>
            <pc:sldMk cId="0" sldId="263"/>
            <ac:spMk id="41" creationId="{00000000-0000-0000-0000-000000000000}"/>
          </ac:spMkLst>
        </pc:spChg>
      </pc:sldChg>
      <pc:sldChg chg="del">
        <pc:chgData name="Antoine VIVIEN" userId="360f1131c864c888" providerId="LiveId" clId="{BCF8220F-FA57-4D90-A194-5A123AAEFF6E}" dt="2026-06-30T20:21:24.513" v="97" actId="2696"/>
        <pc:sldMkLst>
          <pc:docMk/>
          <pc:sldMk cId="0" sldId="264"/>
        </pc:sldMkLst>
      </pc:sldChg>
      <pc:sldChg chg="del">
        <pc:chgData name="Antoine VIVIEN" userId="360f1131c864c888" providerId="LiveId" clId="{BCF8220F-FA57-4D90-A194-5A123AAEFF6E}" dt="2026-06-30T20:18:18.893" v="82" actId="2696"/>
        <pc:sldMkLst>
          <pc:docMk/>
          <pc:sldMk cId="0" sldId="265"/>
        </pc:sldMkLst>
      </pc:sldChg>
      <pc:sldChg chg="addSp modSp mod">
        <pc:chgData name="Antoine VIVIEN" userId="360f1131c864c888" providerId="LiveId" clId="{BCF8220F-FA57-4D90-A194-5A123AAEFF6E}" dt="2026-07-01T09:26:00.389" v="1542" actId="20577"/>
        <pc:sldMkLst>
          <pc:docMk/>
          <pc:sldMk cId="0" sldId="267"/>
        </pc:sldMkLst>
        <pc:spChg chg="mod">
          <ac:chgData name="Antoine VIVIEN" userId="360f1131c864c888" providerId="LiveId" clId="{BCF8220F-FA57-4D90-A194-5A123AAEFF6E}" dt="2026-07-01T09:24:38.178" v="1524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Antoine VIVIEN" userId="360f1131c864c888" providerId="LiveId" clId="{BCF8220F-FA57-4D90-A194-5A123AAEFF6E}" dt="2026-06-30T20:20:53.523" v="85" actId="20577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ntoine VIVIEN" userId="360f1131c864c888" providerId="LiveId" clId="{BCF8220F-FA57-4D90-A194-5A123AAEFF6E}" dt="2026-07-01T09:26:00.389" v="1542" actId="20577"/>
          <ac:spMkLst>
            <pc:docMk/>
            <pc:sldMk cId="0" sldId="267"/>
            <ac:spMk id="26" creationId="{00000000-0000-0000-0000-000000000000}"/>
          </ac:spMkLst>
        </pc:spChg>
        <pc:spChg chg="add mod">
          <ac:chgData name="Antoine VIVIEN" userId="360f1131c864c888" providerId="LiveId" clId="{BCF8220F-FA57-4D90-A194-5A123AAEFF6E}" dt="2026-06-30T20:27:40.145" v="148" actId="208"/>
          <ac:spMkLst>
            <pc:docMk/>
            <pc:sldMk cId="0" sldId="267"/>
            <ac:spMk id="33" creationId="{FB5949B5-B6FE-9110-22A3-4496F2EAD032}"/>
          </ac:spMkLst>
        </pc:spChg>
        <pc:spChg chg="add mod">
          <ac:chgData name="Antoine VIVIEN" userId="360f1131c864c888" providerId="LiveId" clId="{BCF8220F-FA57-4D90-A194-5A123AAEFF6E}" dt="2026-06-30T20:27:32.430" v="147" actId="208"/>
          <ac:spMkLst>
            <pc:docMk/>
            <pc:sldMk cId="0" sldId="267"/>
            <ac:spMk id="35" creationId="{9E772D80-0CAE-3C10-FDA9-C4C1126018EC}"/>
          </ac:spMkLst>
        </pc:spChg>
        <pc:spChg chg="add mod">
          <ac:chgData name="Antoine VIVIEN" userId="360f1131c864c888" providerId="LiveId" clId="{BCF8220F-FA57-4D90-A194-5A123AAEFF6E}" dt="2026-06-30T20:27:46.026" v="155" actId="20577"/>
          <ac:spMkLst>
            <pc:docMk/>
            <pc:sldMk cId="0" sldId="267"/>
            <ac:spMk id="37" creationId="{5B6F2DE9-D468-4F07-CFA2-CB47A7D80544}"/>
          </ac:spMkLst>
        </pc:spChg>
        <pc:spChg chg="add mod">
          <ac:chgData name="Antoine VIVIEN" userId="360f1131c864c888" providerId="LiveId" clId="{BCF8220F-FA57-4D90-A194-5A123AAEFF6E}" dt="2026-06-30T20:28:34.219" v="290" actId="20577"/>
          <ac:spMkLst>
            <pc:docMk/>
            <pc:sldMk cId="0" sldId="267"/>
            <ac:spMk id="39" creationId="{3C22D2F4-1BF9-A8B5-9942-F68F271E195F}"/>
          </ac:spMkLst>
        </pc:spChg>
      </pc:sldChg>
      <pc:sldChg chg="delSp modSp mod">
        <pc:chgData name="Antoine VIVIEN" userId="360f1131c864c888" providerId="LiveId" clId="{BCF8220F-FA57-4D90-A194-5A123AAEFF6E}" dt="2026-06-30T20:21:43.913" v="99" actId="478"/>
        <pc:sldMkLst>
          <pc:docMk/>
          <pc:sldMk cId="0" sldId="268"/>
        </pc:sldMkLst>
        <pc:spChg chg="mod">
          <ac:chgData name="Antoine VIVIEN" userId="360f1131c864c888" providerId="LiveId" clId="{BCF8220F-FA57-4D90-A194-5A123AAEFF6E}" dt="2026-06-30T20:21:16.117" v="96" actId="20577"/>
          <ac:spMkLst>
            <pc:docMk/>
            <pc:sldMk cId="0" sldId="268"/>
            <ac:spMk id="22" creationId="{00000000-0000-0000-0000-000000000000}"/>
          </ac:spMkLst>
        </pc:spChg>
        <pc:spChg chg="del">
          <ac:chgData name="Antoine VIVIEN" userId="360f1131c864c888" providerId="LiveId" clId="{BCF8220F-FA57-4D90-A194-5A123AAEFF6E}" dt="2026-06-30T20:21:42.668" v="98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Antoine VIVIEN" userId="360f1131c864c888" providerId="LiveId" clId="{BCF8220F-FA57-4D90-A194-5A123AAEFF6E}" dt="2026-06-30T20:21:43.913" v="99" actId="478"/>
          <ac:spMkLst>
            <pc:docMk/>
            <pc:sldMk cId="0" sldId="268"/>
            <ac:spMk id="28" creationId="{00000000-0000-0000-0000-000000000000}"/>
          </ac:spMkLst>
        </pc:spChg>
      </pc:sldChg>
      <pc:sldChg chg="addSp delSp modSp add mod ord">
        <pc:chgData name="Antoine VIVIEN" userId="360f1131c864c888" providerId="LiveId" clId="{BCF8220F-FA57-4D90-A194-5A123AAEFF6E}" dt="2026-06-30T20:23:15.035" v="143" actId="1076"/>
        <pc:sldMkLst>
          <pc:docMk/>
          <pc:sldMk cId="1217669096" sldId="269"/>
        </pc:sldMkLst>
        <pc:spChg chg="del">
          <ac:chgData name="Antoine VIVIEN" userId="360f1131c864c888" providerId="LiveId" clId="{BCF8220F-FA57-4D90-A194-5A123AAEFF6E}" dt="2026-06-30T20:22:26.169" v="116" actId="478"/>
          <ac:spMkLst>
            <pc:docMk/>
            <pc:sldMk cId="1217669096" sldId="269"/>
            <ac:spMk id="2" creationId="{5BF6F40D-FB95-6F63-1078-3D1A9E47973C}"/>
          </ac:spMkLst>
        </pc:spChg>
        <pc:spChg chg="add del mod">
          <ac:chgData name="Antoine VIVIEN" userId="360f1131c864c888" providerId="LiveId" clId="{BCF8220F-FA57-4D90-A194-5A123AAEFF6E}" dt="2026-06-30T20:23:13.155" v="142" actId="1076"/>
          <ac:spMkLst>
            <pc:docMk/>
            <pc:sldMk cId="1217669096" sldId="269"/>
            <ac:spMk id="9" creationId="{688BC6A6-DFD3-9804-D7DC-11F333FB990E}"/>
          </ac:spMkLst>
        </pc:spChg>
        <pc:spChg chg="add del mod">
          <ac:chgData name="Antoine VIVIEN" userId="360f1131c864c888" providerId="LiveId" clId="{BCF8220F-FA57-4D90-A194-5A123AAEFF6E}" dt="2026-06-30T20:23:15.035" v="143" actId="1076"/>
          <ac:spMkLst>
            <pc:docMk/>
            <pc:sldMk cId="1217669096" sldId="269"/>
            <ac:spMk id="10" creationId="{9143054E-43C5-7B29-EBDC-28971876E45E}"/>
          </ac:spMkLst>
        </pc:spChg>
        <pc:spChg chg="mod">
          <ac:chgData name="Antoine VIVIEN" userId="360f1131c864c888" providerId="LiveId" clId="{BCF8220F-FA57-4D90-A194-5A123AAEFF6E}" dt="2026-06-30T20:22:45.897" v="137" actId="14100"/>
          <ac:spMkLst>
            <pc:docMk/>
            <pc:sldMk cId="1217669096" sldId="269"/>
            <ac:spMk id="11" creationId="{E2341EE7-935E-CEBB-C60F-7AB16DAD1DA8}"/>
          </ac:spMkLst>
        </pc:spChg>
        <pc:spChg chg="mod">
          <ac:chgData name="Antoine VIVIEN" userId="360f1131c864c888" providerId="LiveId" clId="{BCF8220F-FA57-4D90-A194-5A123AAEFF6E}" dt="2026-06-30T20:22:33.644" v="121" actId="1076"/>
          <ac:spMkLst>
            <pc:docMk/>
            <pc:sldMk cId="1217669096" sldId="269"/>
            <ac:spMk id="12" creationId="{16B9D8E1-CAD4-35D8-20ED-A2F4BEC2EF99}"/>
          </ac:spMkLst>
        </pc:spChg>
        <pc:spChg chg="del">
          <ac:chgData name="Antoine VIVIEN" userId="360f1131c864c888" providerId="LiveId" clId="{BCF8220F-FA57-4D90-A194-5A123AAEFF6E}" dt="2026-06-30T20:22:28.041" v="117" actId="478"/>
          <ac:spMkLst>
            <pc:docMk/>
            <pc:sldMk cId="1217669096" sldId="269"/>
            <ac:spMk id="13" creationId="{881FBBC7-1542-932B-F494-81C8E7CB40C0}"/>
          </ac:spMkLst>
        </pc:spChg>
        <pc:spChg chg="del">
          <ac:chgData name="Antoine VIVIEN" userId="360f1131c864c888" providerId="LiveId" clId="{BCF8220F-FA57-4D90-A194-5A123AAEFF6E}" dt="2026-06-30T20:22:29.058" v="118" actId="478"/>
          <ac:spMkLst>
            <pc:docMk/>
            <pc:sldMk cId="1217669096" sldId="269"/>
            <ac:spMk id="14" creationId="{2BDF966A-B065-0EE5-7527-2D3587189507}"/>
          </ac:spMkLst>
        </pc:spChg>
        <pc:spChg chg="del">
          <ac:chgData name="Antoine VIVIEN" userId="360f1131c864c888" providerId="LiveId" clId="{BCF8220F-FA57-4D90-A194-5A123AAEFF6E}" dt="2026-06-30T20:22:30.508" v="119" actId="478"/>
          <ac:spMkLst>
            <pc:docMk/>
            <pc:sldMk cId="1217669096" sldId="269"/>
            <ac:spMk id="15" creationId="{CBB59F84-B5DA-D9CA-1228-5DC21D02C4AE}"/>
          </ac:spMkLst>
        </pc:spChg>
        <pc:spChg chg="del">
          <ac:chgData name="Antoine VIVIEN" userId="360f1131c864c888" providerId="LiveId" clId="{BCF8220F-FA57-4D90-A194-5A123AAEFF6E}" dt="2026-06-30T20:22:32.028" v="120" actId="478"/>
          <ac:spMkLst>
            <pc:docMk/>
            <pc:sldMk cId="1217669096" sldId="269"/>
            <ac:spMk id="16" creationId="{F81AFC32-31FA-14B3-8CF7-FCBB8BA97B07}"/>
          </ac:spMkLst>
        </pc:spChg>
      </pc:sldChg>
      <pc:sldChg chg="addSp delSp modSp add mod">
        <pc:chgData name="Antoine VIVIEN" userId="360f1131c864c888" providerId="LiveId" clId="{BCF8220F-FA57-4D90-A194-5A123AAEFF6E}" dt="2026-06-30T20:37:56.660" v="705" actId="1076"/>
        <pc:sldMkLst>
          <pc:docMk/>
          <pc:sldMk cId="91770964" sldId="270"/>
        </pc:sldMkLst>
        <pc:spChg chg="mod">
          <ac:chgData name="Antoine VIVIEN" userId="360f1131c864c888" providerId="LiveId" clId="{BCF8220F-FA57-4D90-A194-5A123AAEFF6E}" dt="2026-06-30T20:30:39.598" v="422" actId="20577"/>
          <ac:spMkLst>
            <pc:docMk/>
            <pc:sldMk cId="91770964" sldId="270"/>
            <ac:spMk id="3" creationId="{EC8923E9-3469-3315-C3A0-67367A9F9D91}"/>
          </ac:spMkLst>
        </pc:spChg>
        <pc:spChg chg="mod">
          <ac:chgData name="Antoine VIVIEN" userId="360f1131c864c888" providerId="LiveId" clId="{BCF8220F-FA57-4D90-A194-5A123AAEFF6E}" dt="2026-06-30T20:34:10.923" v="689" actId="20577"/>
          <ac:spMkLst>
            <pc:docMk/>
            <pc:sldMk cId="91770964" sldId="270"/>
            <ac:spMk id="5" creationId="{695B4A60-2604-3BE4-A29B-C9C615D31202}"/>
          </ac:spMkLst>
        </pc:spChg>
        <pc:spChg chg="del">
          <ac:chgData name="Antoine VIVIEN" userId="360f1131c864c888" providerId="LiveId" clId="{BCF8220F-FA57-4D90-A194-5A123AAEFF6E}" dt="2026-06-30T20:34:17.915" v="690" actId="478"/>
          <ac:spMkLst>
            <pc:docMk/>
            <pc:sldMk cId="91770964" sldId="270"/>
            <ac:spMk id="6" creationId="{8241E686-F2FD-D167-82DE-4A0EFD8BB649}"/>
          </ac:spMkLst>
        </pc:spChg>
        <pc:spChg chg="del">
          <ac:chgData name="Antoine VIVIEN" userId="360f1131c864c888" providerId="LiveId" clId="{BCF8220F-FA57-4D90-A194-5A123AAEFF6E}" dt="2026-06-30T20:34:20.597" v="691" actId="478"/>
          <ac:spMkLst>
            <pc:docMk/>
            <pc:sldMk cId="91770964" sldId="270"/>
            <ac:spMk id="7" creationId="{236D07AC-8260-DAF2-D60B-27E64A175E16}"/>
          </ac:spMkLst>
        </pc:spChg>
        <pc:spChg chg="del">
          <ac:chgData name="Antoine VIVIEN" userId="360f1131c864c888" providerId="LiveId" clId="{BCF8220F-FA57-4D90-A194-5A123AAEFF6E}" dt="2026-06-30T20:34:21.451" v="692" actId="478"/>
          <ac:spMkLst>
            <pc:docMk/>
            <pc:sldMk cId="91770964" sldId="270"/>
            <ac:spMk id="8" creationId="{33FC43E4-FB35-20A2-7DD1-3C469C6188BB}"/>
          </ac:spMkLst>
        </pc:spChg>
        <pc:spChg chg="del">
          <ac:chgData name="Antoine VIVIEN" userId="360f1131c864c888" providerId="LiveId" clId="{BCF8220F-FA57-4D90-A194-5A123AAEFF6E}" dt="2026-06-30T20:34:22.932" v="693" actId="478"/>
          <ac:spMkLst>
            <pc:docMk/>
            <pc:sldMk cId="91770964" sldId="270"/>
            <ac:spMk id="9" creationId="{CE785C5F-62C9-D94A-8D6B-16D6512675D9}"/>
          </ac:spMkLst>
        </pc:spChg>
        <pc:spChg chg="del">
          <ac:chgData name="Antoine VIVIEN" userId="360f1131c864c888" providerId="LiveId" clId="{BCF8220F-FA57-4D90-A194-5A123AAEFF6E}" dt="2026-06-30T20:34:24.188" v="694" actId="478"/>
          <ac:spMkLst>
            <pc:docMk/>
            <pc:sldMk cId="91770964" sldId="270"/>
            <ac:spMk id="10" creationId="{A6910530-3E61-B0AC-7B30-2CC34ABF952F}"/>
          </ac:spMkLst>
        </pc:spChg>
        <pc:spChg chg="del">
          <ac:chgData name="Antoine VIVIEN" userId="360f1131c864c888" providerId="LiveId" clId="{BCF8220F-FA57-4D90-A194-5A123AAEFF6E}" dt="2026-06-30T20:34:25.266" v="695" actId="478"/>
          <ac:spMkLst>
            <pc:docMk/>
            <pc:sldMk cId="91770964" sldId="270"/>
            <ac:spMk id="11" creationId="{73CF04BA-7A90-97DB-37A8-9AF1F18F2FA7}"/>
          </ac:spMkLst>
        </pc:spChg>
        <pc:spChg chg="mod">
          <ac:chgData name="Antoine VIVIEN" userId="360f1131c864c888" providerId="LiveId" clId="{BCF8220F-FA57-4D90-A194-5A123AAEFF6E}" dt="2026-06-30T20:30:01.577" v="362" actId="790"/>
          <ac:spMkLst>
            <pc:docMk/>
            <pc:sldMk cId="91770964" sldId="270"/>
            <ac:spMk id="13" creationId="{7ACCC895-DDF7-A37A-5863-3A33DFECB3B0}"/>
          </ac:spMkLst>
        </pc:spChg>
        <pc:spChg chg="mod">
          <ac:chgData name="Antoine VIVIEN" userId="360f1131c864c888" providerId="LiveId" clId="{BCF8220F-FA57-4D90-A194-5A123AAEFF6E}" dt="2026-06-30T20:29:51.946" v="361" actId="20577"/>
          <ac:spMkLst>
            <pc:docMk/>
            <pc:sldMk cId="91770964" sldId="270"/>
            <ac:spMk id="14" creationId="{3A98137F-F5AB-943F-D9B0-47862A43D3C5}"/>
          </ac:spMkLst>
        </pc:spChg>
        <pc:spChg chg="mod">
          <ac:chgData name="Antoine VIVIEN" userId="360f1131c864c888" providerId="LiveId" clId="{BCF8220F-FA57-4D90-A194-5A123AAEFF6E}" dt="2026-06-30T20:30:56.408" v="455" actId="20577"/>
          <ac:spMkLst>
            <pc:docMk/>
            <pc:sldMk cId="91770964" sldId="270"/>
            <ac:spMk id="16" creationId="{4075319B-A79B-50DA-1849-31052F4BB36F}"/>
          </ac:spMkLst>
        </pc:spChg>
        <pc:spChg chg="mod">
          <ac:chgData name="Antoine VIVIEN" userId="360f1131c864c888" providerId="LiveId" clId="{BCF8220F-FA57-4D90-A194-5A123AAEFF6E}" dt="2026-06-30T20:31:55.095" v="540" actId="20577"/>
          <ac:spMkLst>
            <pc:docMk/>
            <pc:sldMk cId="91770964" sldId="270"/>
            <ac:spMk id="17" creationId="{B47E9D93-B394-B3AB-06ED-94E4B4EBDD62}"/>
          </ac:spMkLst>
        </pc:spChg>
        <pc:spChg chg="mod">
          <ac:chgData name="Antoine VIVIEN" userId="360f1131c864c888" providerId="LiveId" clId="{BCF8220F-FA57-4D90-A194-5A123AAEFF6E}" dt="2026-06-30T20:32:15.631" v="569" actId="20577"/>
          <ac:spMkLst>
            <pc:docMk/>
            <pc:sldMk cId="91770964" sldId="270"/>
            <ac:spMk id="19" creationId="{E005A328-4AA1-3527-D97B-D00A92AD7E09}"/>
          </ac:spMkLst>
        </pc:spChg>
        <pc:spChg chg="mod">
          <ac:chgData name="Antoine VIVIEN" userId="360f1131c864c888" providerId="LiveId" clId="{BCF8220F-FA57-4D90-A194-5A123AAEFF6E}" dt="2026-06-30T20:32:29.197" v="602" actId="6549"/>
          <ac:spMkLst>
            <pc:docMk/>
            <pc:sldMk cId="91770964" sldId="270"/>
            <ac:spMk id="20" creationId="{3B6E67E9-948E-DDE3-4771-6EBBD32A82D4}"/>
          </ac:spMkLst>
        </pc:spChg>
        <pc:spChg chg="mod">
          <ac:chgData name="Antoine VIVIEN" userId="360f1131c864c888" providerId="LiveId" clId="{BCF8220F-FA57-4D90-A194-5A123AAEFF6E}" dt="2026-06-30T20:32:59.972" v="619" actId="20577"/>
          <ac:spMkLst>
            <pc:docMk/>
            <pc:sldMk cId="91770964" sldId="270"/>
            <ac:spMk id="22" creationId="{1F39AA17-2B0F-34DB-4B76-DAACB2D0FD43}"/>
          </ac:spMkLst>
        </pc:spChg>
        <pc:spChg chg="mod">
          <ac:chgData name="Antoine VIVIEN" userId="360f1131c864c888" providerId="LiveId" clId="{BCF8220F-FA57-4D90-A194-5A123AAEFF6E}" dt="2026-06-30T20:34:01.206" v="669" actId="20577"/>
          <ac:spMkLst>
            <pc:docMk/>
            <pc:sldMk cId="91770964" sldId="270"/>
            <ac:spMk id="23" creationId="{419B1DFC-8400-7B94-24FD-5BE6FF372D8E}"/>
          </ac:spMkLst>
        </pc:spChg>
        <pc:picChg chg="add del mod">
          <ac:chgData name="Antoine VIVIEN" userId="360f1131c864c888" providerId="LiveId" clId="{BCF8220F-FA57-4D90-A194-5A123AAEFF6E}" dt="2026-06-30T20:37:33.986" v="700" actId="478"/>
          <ac:picMkLst>
            <pc:docMk/>
            <pc:sldMk cId="91770964" sldId="270"/>
            <ac:picMk id="25" creationId="{1DF1E964-4DB5-6CA8-BC5E-068C141C3C5F}"/>
          </ac:picMkLst>
        </pc:picChg>
        <pc:picChg chg="add mod">
          <ac:chgData name="Antoine VIVIEN" userId="360f1131c864c888" providerId="LiveId" clId="{BCF8220F-FA57-4D90-A194-5A123AAEFF6E}" dt="2026-06-30T20:37:56.660" v="705" actId="1076"/>
          <ac:picMkLst>
            <pc:docMk/>
            <pc:sldMk cId="91770964" sldId="270"/>
            <ac:picMk id="27" creationId="{C238FAC1-EC53-84E0-E526-0DEA8EA357D7}"/>
          </ac:picMkLst>
        </pc:picChg>
      </pc:sldChg>
      <pc:sldChg chg="new del">
        <pc:chgData name="Antoine VIVIEN" userId="360f1131c864c888" providerId="LiveId" clId="{BCF8220F-FA57-4D90-A194-5A123AAEFF6E}" dt="2026-06-30T20:28:54.788" v="292" actId="47"/>
        <pc:sldMkLst>
          <pc:docMk/>
          <pc:sldMk cId="1916461942" sldId="270"/>
        </pc:sldMkLst>
      </pc:sldChg>
      <pc:sldChg chg="addSp delSp modSp add mod">
        <pc:chgData name="Antoine VIVIEN" userId="360f1131c864c888" providerId="LiveId" clId="{BCF8220F-FA57-4D90-A194-5A123AAEFF6E}" dt="2026-07-01T08:41:44.569" v="864" actId="1076"/>
        <pc:sldMkLst>
          <pc:docMk/>
          <pc:sldMk cId="357443429" sldId="271"/>
        </pc:sldMkLst>
        <pc:spChg chg="mod">
          <ac:chgData name="Antoine VIVIEN" userId="360f1131c864c888" providerId="LiveId" clId="{BCF8220F-FA57-4D90-A194-5A123AAEFF6E}" dt="2026-07-01T08:36:24.839" v="745" actId="20577"/>
          <ac:spMkLst>
            <pc:docMk/>
            <pc:sldMk cId="357443429" sldId="271"/>
            <ac:spMk id="3" creationId="{B8D15FE1-2A94-9BC2-6E42-77A4DFD47284}"/>
          </ac:spMkLst>
        </pc:spChg>
        <pc:spChg chg="mod">
          <ac:chgData name="Antoine VIVIEN" userId="360f1131c864c888" providerId="LiveId" clId="{BCF8220F-FA57-4D90-A194-5A123AAEFF6E}" dt="2026-07-01T08:38:08.363" v="842" actId="20577"/>
          <ac:spMkLst>
            <pc:docMk/>
            <pc:sldMk cId="357443429" sldId="271"/>
            <ac:spMk id="5" creationId="{7E645C60-13D5-4628-13A8-16178E62C223}"/>
          </ac:spMkLst>
        </pc:spChg>
        <pc:spChg chg="mod">
          <ac:chgData name="Antoine VIVIEN" userId="360f1131c864c888" providerId="LiveId" clId="{BCF8220F-FA57-4D90-A194-5A123AAEFF6E}" dt="2026-07-01T08:41:34.061" v="863" actId="1076"/>
          <ac:spMkLst>
            <pc:docMk/>
            <pc:sldMk cId="357443429" sldId="271"/>
            <ac:spMk id="12" creationId="{F9E1830A-6F4F-FD92-947F-51FE5358B8FA}"/>
          </ac:spMkLst>
        </pc:spChg>
        <pc:spChg chg="mod">
          <ac:chgData name="Antoine VIVIEN" userId="360f1131c864c888" providerId="LiveId" clId="{BCF8220F-FA57-4D90-A194-5A123AAEFF6E}" dt="2026-07-01T08:41:34.061" v="863" actId="1076"/>
          <ac:spMkLst>
            <pc:docMk/>
            <pc:sldMk cId="357443429" sldId="271"/>
            <ac:spMk id="13" creationId="{FE8FECBB-0FAC-C045-42E8-7B8CB56965CD}"/>
          </ac:spMkLst>
        </pc:spChg>
        <pc:spChg chg="mod">
          <ac:chgData name="Antoine VIVIEN" userId="360f1131c864c888" providerId="LiveId" clId="{BCF8220F-FA57-4D90-A194-5A123AAEFF6E}" dt="2026-07-01T08:41:34.061" v="863" actId="1076"/>
          <ac:spMkLst>
            <pc:docMk/>
            <pc:sldMk cId="357443429" sldId="271"/>
            <ac:spMk id="14" creationId="{ED9E89D9-8695-29ED-0427-8F606FC213BB}"/>
          </ac:spMkLst>
        </pc:spChg>
        <pc:spChg chg="mod">
          <ac:chgData name="Antoine VIVIEN" userId="360f1131c864c888" providerId="LiveId" clId="{BCF8220F-FA57-4D90-A194-5A123AAEFF6E}" dt="2026-07-01T08:41:44.569" v="864" actId="1076"/>
          <ac:spMkLst>
            <pc:docMk/>
            <pc:sldMk cId="357443429" sldId="271"/>
            <ac:spMk id="15" creationId="{8646E41E-E13C-4EBF-E744-CD334CBF9FF5}"/>
          </ac:spMkLst>
        </pc:spChg>
        <pc:spChg chg="mod">
          <ac:chgData name="Antoine VIVIEN" userId="360f1131c864c888" providerId="LiveId" clId="{BCF8220F-FA57-4D90-A194-5A123AAEFF6E}" dt="2026-07-01T08:41:44.569" v="864" actId="1076"/>
          <ac:spMkLst>
            <pc:docMk/>
            <pc:sldMk cId="357443429" sldId="271"/>
            <ac:spMk id="16" creationId="{D68654CB-E32F-780C-32F5-138C1D34CA6B}"/>
          </ac:spMkLst>
        </pc:spChg>
        <pc:spChg chg="mod">
          <ac:chgData name="Antoine VIVIEN" userId="360f1131c864c888" providerId="LiveId" clId="{BCF8220F-FA57-4D90-A194-5A123AAEFF6E}" dt="2026-07-01T08:41:44.569" v="864" actId="1076"/>
          <ac:spMkLst>
            <pc:docMk/>
            <pc:sldMk cId="357443429" sldId="271"/>
            <ac:spMk id="17" creationId="{784D1CE8-1871-5AE0-90E2-AC05456043F3}"/>
          </ac:spMkLst>
        </pc:spChg>
        <pc:spChg chg="del">
          <ac:chgData name="Antoine VIVIEN" userId="360f1131c864c888" providerId="LiveId" clId="{BCF8220F-FA57-4D90-A194-5A123AAEFF6E}" dt="2026-07-01T08:40:42.965" v="849" actId="478"/>
          <ac:spMkLst>
            <pc:docMk/>
            <pc:sldMk cId="357443429" sldId="271"/>
            <ac:spMk id="18" creationId="{21A4CBE0-E1C3-8868-D115-98DFDD5DEE4F}"/>
          </ac:spMkLst>
        </pc:spChg>
        <pc:spChg chg="del mod">
          <ac:chgData name="Antoine VIVIEN" userId="360f1131c864c888" providerId="LiveId" clId="{BCF8220F-FA57-4D90-A194-5A123AAEFF6E}" dt="2026-07-01T08:40:45.317" v="851" actId="478"/>
          <ac:spMkLst>
            <pc:docMk/>
            <pc:sldMk cId="357443429" sldId="271"/>
            <ac:spMk id="19" creationId="{0A74C200-2D41-22B2-9DA5-C0D31F335069}"/>
          </ac:spMkLst>
        </pc:spChg>
        <pc:spChg chg="del">
          <ac:chgData name="Antoine VIVIEN" userId="360f1131c864c888" providerId="LiveId" clId="{BCF8220F-FA57-4D90-A194-5A123AAEFF6E}" dt="2026-07-01T08:40:46.445" v="852" actId="478"/>
          <ac:spMkLst>
            <pc:docMk/>
            <pc:sldMk cId="357443429" sldId="271"/>
            <ac:spMk id="20" creationId="{2170CDE4-2DDE-8FD3-EF87-E9F23E916706}"/>
          </ac:spMkLst>
        </pc:spChg>
        <pc:spChg chg="del">
          <ac:chgData name="Antoine VIVIEN" userId="360f1131c864c888" providerId="LiveId" clId="{BCF8220F-FA57-4D90-A194-5A123AAEFF6E}" dt="2026-07-01T08:40:47.831" v="853" actId="478"/>
          <ac:spMkLst>
            <pc:docMk/>
            <pc:sldMk cId="357443429" sldId="271"/>
            <ac:spMk id="21" creationId="{F2A66F54-3957-8A72-9377-5FA6B430902E}"/>
          </ac:spMkLst>
        </pc:spChg>
        <pc:spChg chg="del">
          <ac:chgData name="Antoine VIVIEN" userId="360f1131c864c888" providerId="LiveId" clId="{BCF8220F-FA57-4D90-A194-5A123AAEFF6E}" dt="2026-07-01T08:40:49.183" v="854" actId="478"/>
          <ac:spMkLst>
            <pc:docMk/>
            <pc:sldMk cId="357443429" sldId="271"/>
            <ac:spMk id="22" creationId="{1E30D17F-A45F-F545-6A8C-92E33F29349F}"/>
          </ac:spMkLst>
        </pc:spChg>
        <pc:spChg chg="del">
          <ac:chgData name="Antoine VIVIEN" userId="360f1131c864c888" providerId="LiveId" clId="{BCF8220F-FA57-4D90-A194-5A123AAEFF6E}" dt="2026-07-01T08:40:50.709" v="855" actId="478"/>
          <ac:spMkLst>
            <pc:docMk/>
            <pc:sldMk cId="357443429" sldId="271"/>
            <ac:spMk id="23" creationId="{DDAD2AA0-CEA0-EF82-E17E-6B2C420EBAA0}"/>
          </ac:spMkLst>
        </pc:spChg>
        <pc:picChg chg="add mod">
          <ac:chgData name="Antoine VIVIEN" userId="360f1131c864c888" providerId="LiveId" clId="{BCF8220F-FA57-4D90-A194-5A123AAEFF6E}" dt="2026-07-01T08:39:06.773" v="845" actId="1076"/>
          <ac:picMkLst>
            <pc:docMk/>
            <pc:sldMk cId="357443429" sldId="271"/>
            <ac:picMk id="7" creationId="{E7896789-EBEF-3CF0-1B96-4355C7F0D2F1}"/>
          </ac:picMkLst>
        </pc:picChg>
        <pc:picChg chg="add mod">
          <ac:chgData name="Antoine VIVIEN" userId="360f1131c864c888" providerId="LiveId" clId="{BCF8220F-FA57-4D90-A194-5A123AAEFF6E}" dt="2026-07-01T08:40:33.862" v="848" actId="1076"/>
          <ac:picMkLst>
            <pc:docMk/>
            <pc:sldMk cId="357443429" sldId="271"/>
            <ac:picMk id="9" creationId="{680E2317-4DCD-6693-908E-606FAF7BCFE6}"/>
          </ac:picMkLst>
        </pc:picChg>
        <pc:picChg chg="del">
          <ac:chgData name="Antoine VIVIEN" userId="360f1131c864c888" providerId="LiveId" clId="{BCF8220F-FA57-4D90-A194-5A123AAEFF6E}" dt="2026-07-01T08:36:29.317" v="746" actId="478"/>
          <ac:picMkLst>
            <pc:docMk/>
            <pc:sldMk cId="357443429" sldId="271"/>
            <ac:picMk id="27" creationId="{8A8B6C51-95E0-9908-7B1B-18F630A19BAE}"/>
          </ac:picMkLst>
        </pc:picChg>
      </pc:sldChg>
      <pc:sldChg chg="addSp delSp modSp add mod ord">
        <pc:chgData name="Antoine VIVIEN" userId="360f1131c864c888" providerId="LiveId" clId="{BCF8220F-FA57-4D90-A194-5A123AAEFF6E}" dt="2026-07-01T08:59:09.408" v="1494" actId="20577"/>
        <pc:sldMkLst>
          <pc:docMk/>
          <pc:sldMk cId="3181075057" sldId="272"/>
        </pc:sldMkLst>
        <pc:spChg chg="mod">
          <ac:chgData name="Antoine VIVIEN" userId="360f1131c864c888" providerId="LiveId" clId="{BCF8220F-FA57-4D90-A194-5A123AAEFF6E}" dt="2026-07-01T08:47:16.246" v="898" actId="20577"/>
          <ac:spMkLst>
            <pc:docMk/>
            <pc:sldMk cId="3181075057" sldId="272"/>
            <ac:spMk id="3" creationId="{63EBB1A5-98D5-6F68-B42B-B0F1E0AC995B}"/>
          </ac:spMkLst>
        </pc:spChg>
        <pc:spChg chg="mod">
          <ac:chgData name="Antoine VIVIEN" userId="360f1131c864c888" providerId="LiveId" clId="{BCF8220F-FA57-4D90-A194-5A123AAEFF6E}" dt="2026-07-01T08:48:07.270" v="928" actId="20577"/>
          <ac:spMkLst>
            <pc:docMk/>
            <pc:sldMk cId="3181075057" sldId="272"/>
            <ac:spMk id="6" creationId="{15034B4A-5358-370C-F962-49FF9950F2F6}"/>
          </ac:spMkLst>
        </pc:spChg>
        <pc:spChg chg="del mod">
          <ac:chgData name="Antoine VIVIEN" userId="360f1131c864c888" providerId="LiveId" clId="{BCF8220F-FA57-4D90-A194-5A123AAEFF6E}" dt="2026-07-01T08:47:42.157" v="919" actId="478"/>
          <ac:spMkLst>
            <pc:docMk/>
            <pc:sldMk cId="3181075057" sldId="272"/>
            <ac:spMk id="7" creationId="{11227BDA-4522-BA9A-58C1-44D1A726CB74}"/>
          </ac:spMkLst>
        </pc:spChg>
        <pc:spChg chg="add del mod">
          <ac:chgData name="Antoine VIVIEN" userId="360f1131c864c888" providerId="LiveId" clId="{BCF8220F-FA57-4D90-A194-5A123AAEFF6E}" dt="2026-07-01T08:48:34.557" v="947" actId="20577"/>
          <ac:spMkLst>
            <pc:docMk/>
            <pc:sldMk cId="3181075057" sldId="272"/>
            <ac:spMk id="10" creationId="{ABAE440C-E767-E819-38C7-BC6835C1AA82}"/>
          </ac:spMkLst>
        </pc:spChg>
        <pc:spChg chg="mod">
          <ac:chgData name="Antoine VIVIEN" userId="360f1131c864c888" providerId="LiveId" clId="{BCF8220F-FA57-4D90-A194-5A123AAEFF6E}" dt="2026-07-01T08:52:04.668" v="1059" actId="20577"/>
          <ac:spMkLst>
            <pc:docMk/>
            <pc:sldMk cId="3181075057" sldId="272"/>
            <ac:spMk id="11" creationId="{97F826DE-7D42-CC59-D072-BF1CB2C93C32}"/>
          </ac:spMkLst>
        </pc:spChg>
        <pc:spChg chg="mod">
          <ac:chgData name="Antoine VIVIEN" userId="360f1131c864c888" providerId="LiveId" clId="{BCF8220F-FA57-4D90-A194-5A123AAEFF6E}" dt="2026-07-01T08:53:03.939" v="1087" actId="20577"/>
          <ac:spMkLst>
            <pc:docMk/>
            <pc:sldMk cId="3181075057" sldId="272"/>
            <ac:spMk id="14" creationId="{6EAB5E7D-AA71-E667-7176-BDBDAD211E9B}"/>
          </ac:spMkLst>
        </pc:spChg>
        <pc:spChg chg="mod">
          <ac:chgData name="Antoine VIVIEN" userId="360f1131c864c888" providerId="LiveId" clId="{BCF8220F-FA57-4D90-A194-5A123AAEFF6E}" dt="2026-07-01T08:53:33.345" v="1166" actId="20577"/>
          <ac:spMkLst>
            <pc:docMk/>
            <pc:sldMk cId="3181075057" sldId="272"/>
            <ac:spMk id="15" creationId="{15681305-D8B0-E730-3FC5-3E2C94A5FE9F}"/>
          </ac:spMkLst>
        </pc:spChg>
        <pc:spChg chg="mod">
          <ac:chgData name="Antoine VIVIEN" userId="360f1131c864c888" providerId="LiveId" clId="{BCF8220F-FA57-4D90-A194-5A123AAEFF6E}" dt="2026-07-01T08:54:14.601" v="1262" actId="1076"/>
          <ac:spMkLst>
            <pc:docMk/>
            <pc:sldMk cId="3181075057" sldId="272"/>
            <ac:spMk id="18" creationId="{9130C0BF-B103-6A3F-F0E5-74D0ACF6E5FD}"/>
          </ac:spMkLst>
        </pc:spChg>
        <pc:spChg chg="del">
          <ac:chgData name="Antoine VIVIEN" userId="360f1131c864c888" providerId="LiveId" clId="{BCF8220F-FA57-4D90-A194-5A123AAEFF6E}" dt="2026-07-01T08:54:11.591" v="1261" actId="478"/>
          <ac:spMkLst>
            <pc:docMk/>
            <pc:sldMk cId="3181075057" sldId="272"/>
            <ac:spMk id="19" creationId="{6AA0DEFE-8B1F-FAFB-364D-105D49F56936}"/>
          </ac:spMkLst>
        </pc:spChg>
        <pc:spChg chg="mod">
          <ac:chgData name="Antoine VIVIEN" userId="360f1131c864c888" providerId="LiveId" clId="{BCF8220F-FA57-4D90-A194-5A123AAEFF6E}" dt="2026-07-01T08:55:07.308" v="1287" actId="20577"/>
          <ac:spMkLst>
            <pc:docMk/>
            <pc:sldMk cId="3181075057" sldId="272"/>
            <ac:spMk id="22" creationId="{0724B748-6F0B-8D11-BAAF-FC692B61AE4B}"/>
          </ac:spMkLst>
        </pc:spChg>
        <pc:spChg chg="mod">
          <ac:chgData name="Antoine VIVIEN" userId="360f1131c864c888" providerId="LiveId" clId="{BCF8220F-FA57-4D90-A194-5A123AAEFF6E}" dt="2026-07-01T08:55:17.933" v="1321" actId="313"/>
          <ac:spMkLst>
            <pc:docMk/>
            <pc:sldMk cId="3181075057" sldId="272"/>
            <ac:spMk id="23" creationId="{3D92F569-6611-8D40-2B54-DABDF1E41967}"/>
          </ac:spMkLst>
        </pc:spChg>
        <pc:spChg chg="mod">
          <ac:chgData name="Antoine VIVIEN" userId="360f1131c864c888" providerId="LiveId" clId="{BCF8220F-FA57-4D90-A194-5A123AAEFF6E}" dt="2026-07-01T08:55:34.511" v="1352" actId="20577"/>
          <ac:spMkLst>
            <pc:docMk/>
            <pc:sldMk cId="3181075057" sldId="272"/>
            <ac:spMk id="26" creationId="{8B2091C9-A13D-E3C6-2CCB-88EB7B96C7F8}"/>
          </ac:spMkLst>
        </pc:spChg>
        <pc:spChg chg="mod">
          <ac:chgData name="Antoine VIVIEN" userId="360f1131c864c888" providerId="LiveId" clId="{BCF8220F-FA57-4D90-A194-5A123AAEFF6E}" dt="2026-07-01T08:56:44.515" v="1441" actId="20577"/>
          <ac:spMkLst>
            <pc:docMk/>
            <pc:sldMk cId="3181075057" sldId="272"/>
            <ac:spMk id="27" creationId="{A4B82182-32EF-8359-0120-118B37C4E983}"/>
          </ac:spMkLst>
        </pc:spChg>
        <pc:spChg chg="mod">
          <ac:chgData name="Antoine VIVIEN" userId="360f1131c864c888" providerId="LiveId" clId="{BCF8220F-FA57-4D90-A194-5A123AAEFF6E}" dt="2026-07-01T08:58:22.993" v="1476" actId="1076"/>
          <ac:spMkLst>
            <pc:docMk/>
            <pc:sldMk cId="3181075057" sldId="272"/>
            <ac:spMk id="28" creationId="{C064BE48-007B-847A-AA68-496D7EAFBD69}"/>
          </ac:spMkLst>
        </pc:spChg>
        <pc:spChg chg="mod">
          <ac:chgData name="Antoine VIVIEN" userId="360f1131c864c888" providerId="LiveId" clId="{BCF8220F-FA57-4D90-A194-5A123AAEFF6E}" dt="2026-07-01T08:58:27.452" v="1477" actId="1076"/>
          <ac:spMkLst>
            <pc:docMk/>
            <pc:sldMk cId="3181075057" sldId="272"/>
            <ac:spMk id="30" creationId="{EABDD7EA-57BB-A668-8BD4-710E2B86FB3D}"/>
          </ac:spMkLst>
        </pc:spChg>
        <pc:spChg chg="del">
          <ac:chgData name="Antoine VIVIEN" userId="360f1131c864c888" providerId="LiveId" clId="{BCF8220F-FA57-4D90-A194-5A123AAEFF6E}" dt="2026-07-01T08:58:20.069" v="1474" actId="478"/>
          <ac:spMkLst>
            <pc:docMk/>
            <pc:sldMk cId="3181075057" sldId="272"/>
            <ac:spMk id="31" creationId="{27AB6D5A-1C5D-B631-E43F-DB4ECDCDF8B8}"/>
          </ac:spMkLst>
        </pc:spChg>
        <pc:spChg chg="mod">
          <ac:chgData name="Antoine VIVIEN" userId="360f1131c864c888" providerId="LiveId" clId="{BCF8220F-FA57-4D90-A194-5A123AAEFF6E}" dt="2026-07-01T08:59:09.408" v="1494" actId="20577"/>
          <ac:spMkLst>
            <pc:docMk/>
            <pc:sldMk cId="3181075057" sldId="272"/>
            <ac:spMk id="37" creationId="{166F4E4C-4C26-3434-AF58-1DEABB64A746}"/>
          </ac:spMkLst>
        </pc:spChg>
        <pc:spChg chg="del">
          <ac:chgData name="Antoine VIVIEN" userId="360f1131c864c888" providerId="LiveId" clId="{BCF8220F-FA57-4D90-A194-5A123AAEFF6E}" dt="2026-07-01T08:58:31.648" v="1478" actId="478"/>
          <ac:spMkLst>
            <pc:docMk/>
            <pc:sldMk cId="3181075057" sldId="272"/>
            <ac:spMk id="39" creationId="{55C0BC0C-2464-E55D-A120-2B56834A4E9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 de test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AUTH</c:v>
                </c:pt>
                <c:pt idx="1">
                  <c:v>PLAYER</c:v>
                </c:pt>
                <c:pt idx="2">
                  <c:v>STATE</c:v>
                </c:pt>
                <c:pt idx="3">
                  <c:v>FRONTEND</c:v>
                </c:pt>
                <c:pt idx="4">
                  <c:v>JEU</c:v>
                </c:pt>
                <c:pt idx="5">
                  <c:v>SECURITE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12</c:v>
                </c:pt>
                <c:pt idx="2">
                  <c:v>7</c:v>
                </c:pt>
                <c:pt idx="3">
                  <c:v>11</c:v>
                </c:pt>
                <c:pt idx="4">
                  <c:v>11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3E-49FB-9EBA-BA2C6EB63C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36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d'introduction — présenter l'équipe et le contexte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concept narratif cyberpunk et les caractéristiques principales du jeu.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CCA4-6350-E654-1441-911EC0C7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844E2-E9FB-4DD4-458B-BEB324866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8C4B1-6032-03D8-D225-124066DB5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concept narratif cyberpunk et les caractéristiques principales du jeu.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B742-A7F6-E659-4D69-B4A95154A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5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D982-E6AA-A6C8-984C-20420965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4FEAC-3815-9A7B-3786-49A1DB94E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0F548-42E9-DE38-0525-82C4BF073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concept narratif cyberpunk et les caractéristiques principales du jeu.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C0B89-BF7B-644E-706D-0BE6589F4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68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3 couches : frontend (navigateur + Phaser), backend (Node/Express), BDD (PostgreSQL).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de la stack : tout JS côté frontend + backend, PostgreSQL pour la persistance.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bcrypt et JWT — sécurité standard industriel. Les requêtes paramétrées évitent toute injection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slots de sauvegarde = 3 personnages max. L'inventaire est créé automatiquement côté backend lors du POST /api/player.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Phaser.js est le coeur du jeu. Insister sur la sauvegarde serveur (pas localStorage) et la grille de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pages HTML dédiées. La navbar s'adapte selon l'état de connexion. La langue est persistée en 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8024-A5E3-5546-20B6-AA6492F2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D27CC-D3A1-EE02-8C26-84CE84F97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1D706-701F-AB11-6EA0-36A13293C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d'introduction — présenter l'équipe et le contexte du projet.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94B56-2029-7530-F378-B74A70445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42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D2C4-F1E9-F81B-6457-0F53A34F1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6A58D-CE75-3D7D-A528-9906D81E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D677A-4DC2-E076-553C-B4955FB5D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évolutions sont priorisées : combat et inventaire en premier pour compléter le gameplay.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B3455-F40E-8E84-C2AA-8525A5081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58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57 cas couvrent : AUTH, PLAYER, STATE, FRONTEND, JEU et SÉCURITÉ. Tous les P1 et P2 sont bloquants pour la livraison.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évolutions sont priorisées : combat et inventaire en premier pour compléter le gameplay.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Résumer les points clés, ouvrir sur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1097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991856" y="5088636"/>
            <a:ext cx="1152144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089136" y="4046220"/>
            <a:ext cx="54864" cy="1097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10972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046220"/>
            <a:ext cx="54864" cy="10972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943600" y="182880"/>
            <a:ext cx="4114800" cy="41148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-457200" y="2286000"/>
            <a:ext cx="2743200" cy="2743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2560320" y="2331720"/>
            <a:ext cx="402336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RPG Cyberpunk 2D — Présentation du projet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86000" y="32918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0D1526"/>
          </a:solidFill>
          <a:ln w="12700">
            <a:solidFill>
              <a:srgbClr val="00E5FF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286000" y="3291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SILLAIRE  ·  A. VIVIEN  ·  O. LAADRAOUI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0D1526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humain confronté à une IA génératrice qui lui a volé son emploi. Son objectif : découvrir ses failles et la vaincre.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 cyberpunk · Atmosphère narrative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3383280" cy="0"/>
          </a:xfrm>
          <a:prstGeom prst="line">
            <a:avLst/>
          </a:prstGeom>
          <a:noFill/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/ Aventure 2D top-down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Single-player avec compte en ligne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HTML5 (ordinateur)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0" y="1088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344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Phaser.js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92024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0" y="1956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3×3 zones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2400×1800 px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0" y="2825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0815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serveur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36576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0" y="3694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9502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3 slots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joueur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B6927-59E5-28AE-C18B-DD10B105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731BD3-4A27-992F-759A-301DC01ABB1B}"/>
              </a:ext>
            </a:extLst>
          </p:cNvPr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8923E9-3469-3315-C3A0-67367A9F9D91}"/>
              </a:ext>
            </a:extLst>
          </p:cNvPr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4544DB-4A16-75A0-1246-365682061D49}"/>
              </a:ext>
            </a:extLst>
          </p:cNvPr>
          <p:cNvSpPr/>
          <p:nvPr/>
        </p:nvSpPr>
        <p:spPr>
          <a:xfrm>
            <a:off x="365760" y="105156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0D1526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5B4A60-2604-3BE4-A29B-C9C615D31202}"/>
              </a:ext>
            </a:extLst>
          </p:cNvPr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tableau Kanban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132A2A1-228E-0E03-EFD9-DC2A254E269B}"/>
              </a:ext>
            </a:extLst>
          </p:cNvPr>
          <p:cNvSpPr/>
          <p:nvPr/>
        </p:nvSpPr>
        <p:spPr>
          <a:xfrm>
            <a:off x="4846320" y="105156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CCC895-DDF7-A37A-5863-3A33DFECB3B0}"/>
              </a:ext>
            </a:extLst>
          </p:cNvPr>
          <p:cNvSpPr/>
          <p:nvPr/>
        </p:nvSpPr>
        <p:spPr>
          <a:xfrm>
            <a:off x="5029200" y="1088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</a:t>
            </a: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A98137F-F5AB-943F-D9B0-47862A43D3C5}"/>
              </a:ext>
            </a:extLst>
          </p:cNvPr>
          <p:cNvSpPr/>
          <p:nvPr/>
        </p:nvSpPr>
        <p:spPr>
          <a:xfrm>
            <a:off x="5029200" y="1344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Codeberg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13C0921-2501-D49B-02F5-78B80ABB0399}"/>
              </a:ext>
            </a:extLst>
          </p:cNvPr>
          <p:cNvSpPr/>
          <p:nvPr/>
        </p:nvSpPr>
        <p:spPr>
          <a:xfrm>
            <a:off x="4846320" y="192024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075319B-A79B-50DA-1849-31052F4BB36F}"/>
              </a:ext>
            </a:extLst>
          </p:cNvPr>
          <p:cNvSpPr/>
          <p:nvPr/>
        </p:nvSpPr>
        <p:spPr>
          <a:xfrm>
            <a:off x="5029200" y="1956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attribués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47E9D93-B394-B3AB-06ED-94E4B4EBDD62}"/>
              </a:ext>
            </a:extLst>
          </p:cNvPr>
          <p:cNvSpPr/>
          <p:nvPr/>
        </p:nvSpPr>
        <p:spPr>
          <a:xfrm>
            <a:off x="5029200" y="22128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Antoine – PO / Noah – SM 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–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testeur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901CEB0-E6EA-8C89-A5D7-E80D49F6313D}"/>
              </a:ext>
            </a:extLst>
          </p:cNvPr>
          <p:cNvSpPr/>
          <p:nvPr/>
        </p:nvSpPr>
        <p:spPr>
          <a:xfrm>
            <a:off x="4846320" y="278892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005A328-4AA1-3527-D97B-D00A92AD7E09}"/>
              </a:ext>
            </a:extLst>
          </p:cNvPr>
          <p:cNvSpPr/>
          <p:nvPr/>
        </p:nvSpPr>
        <p:spPr>
          <a:xfrm>
            <a:off x="5029200" y="2825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B6E67E9-948E-DDE3-4771-6EBBD32A82D4}"/>
              </a:ext>
            </a:extLst>
          </p:cNvPr>
          <p:cNvSpPr/>
          <p:nvPr/>
        </p:nvSpPr>
        <p:spPr>
          <a:xfrm>
            <a:off x="5029200" y="30815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d’un tableau Kanban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621EE68-9164-8B0C-17DB-85E4972EEA41}"/>
              </a:ext>
            </a:extLst>
          </p:cNvPr>
          <p:cNvSpPr/>
          <p:nvPr/>
        </p:nvSpPr>
        <p:spPr>
          <a:xfrm>
            <a:off x="4846320" y="36576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F39AA17-2B0F-34DB-4B76-DAACB2D0FD43}"/>
              </a:ext>
            </a:extLst>
          </p:cNvPr>
          <p:cNvSpPr/>
          <p:nvPr/>
        </p:nvSpPr>
        <p:spPr>
          <a:xfrm>
            <a:off x="5029200" y="3694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</a:t>
            </a: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agiles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19B1DFC-8400-7B94-24FD-5BE6FF372D8E}"/>
              </a:ext>
            </a:extLst>
          </p:cNvPr>
          <p:cNvSpPr/>
          <p:nvPr/>
        </p:nvSpPr>
        <p:spPr>
          <a:xfrm>
            <a:off x="5029200" y="39502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et explications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d’ajouts</a:t>
            </a:r>
            <a:endParaRPr lang="en-US" sz="14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C238FAC1-EC53-84E0-E526-0DEA8EA35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23" y="1600200"/>
            <a:ext cx="3174274" cy="27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0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C75E0-94D4-B7CE-A513-EBBF444D2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48CBA9-3903-8B0D-886B-A975DB62AE5D}"/>
              </a:ext>
            </a:extLst>
          </p:cNvPr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D15FE1-2A94-9BC2-6E42-77A4DFD47284}"/>
              </a:ext>
            </a:extLst>
          </p:cNvPr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et maquettes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973002-66A5-B1DE-65EE-8F9A4CAA4055}"/>
              </a:ext>
            </a:extLst>
          </p:cNvPr>
          <p:cNvSpPr/>
          <p:nvPr/>
        </p:nvSpPr>
        <p:spPr>
          <a:xfrm>
            <a:off x="365760" y="105156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0D1526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645C60-13D5-4628-13A8-16178E62C223}"/>
              </a:ext>
            </a:extLst>
          </p:cNvPr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9E1830A-6F4F-FD92-947F-51FE5358B8FA}"/>
              </a:ext>
            </a:extLst>
          </p:cNvPr>
          <p:cNvSpPr/>
          <p:nvPr/>
        </p:nvSpPr>
        <p:spPr>
          <a:xfrm>
            <a:off x="4786283" y="2944368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E8FECBB-0FAC-C045-42E8-7B8CB56965CD}"/>
              </a:ext>
            </a:extLst>
          </p:cNvPr>
          <p:cNvSpPr/>
          <p:nvPr/>
        </p:nvSpPr>
        <p:spPr>
          <a:xfrm>
            <a:off x="4969163" y="29809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r>
              <a:rPr lang="en-US" sz="10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maquettes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9E89D9-8695-29ED-0427-8F606FC213BB}"/>
              </a:ext>
            </a:extLst>
          </p:cNvPr>
          <p:cNvSpPr/>
          <p:nvPr/>
        </p:nvSpPr>
        <p:spPr>
          <a:xfrm>
            <a:off x="4969163" y="32369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Figma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646E41E-E13C-4EBF-E744-CD334CBF9FF5}"/>
              </a:ext>
            </a:extLst>
          </p:cNvPr>
          <p:cNvSpPr/>
          <p:nvPr/>
        </p:nvSpPr>
        <p:spPr>
          <a:xfrm>
            <a:off x="4786283" y="175973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11D35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68654CB-E32F-780C-32F5-138C1D34CA6B}"/>
              </a:ext>
            </a:extLst>
          </p:cNvPr>
          <p:cNvSpPr/>
          <p:nvPr/>
        </p:nvSpPr>
        <p:spPr>
          <a:xfrm>
            <a:off x="4969163" y="179630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84D1CE8-1871-5AE0-90E2-AC05456043F3}"/>
              </a:ext>
            </a:extLst>
          </p:cNvPr>
          <p:cNvSpPr/>
          <p:nvPr/>
        </p:nvSpPr>
        <p:spPr>
          <a:xfrm>
            <a:off x="4969163" y="205233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wireframes</a:t>
            </a:r>
            <a:endParaRPr lang="en-US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7896789-EBEF-3CF0-1B96-4355C7F0D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77" y="1404836"/>
            <a:ext cx="3326966" cy="121034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80E2317-4DCD-6693-908E-606FAF7BC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83" y="2725505"/>
            <a:ext cx="3549453" cy="13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0D1526"/>
          </a:solidFill>
          <a:ln w="25400">
            <a:solidFill>
              <a:srgbClr val="00E5FF"/>
            </a:solidFill>
            <a:prstDash val="solid"/>
          </a:ln>
          <a:effectLst>
            <a:outerShdw blurRad="127000" dist="381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417320" y="1097280"/>
            <a:ext cx="640080" cy="64008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 ES6+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2194560" cy="0"/>
          </a:xfrm>
          <a:prstGeom prst="line">
            <a:avLst/>
          </a:prstGeom>
          <a:noFill/>
          <a:ln w="12700">
            <a:solidFill>
              <a:srgbClr val="00E5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Phaser.js 3 (moteur de jeu)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 web · i18n FR/EN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0D1526"/>
          </a:solidFill>
          <a:ln w="25400">
            <a:solidFill>
              <a:srgbClr val="A855F7"/>
            </a:solidFill>
            <a:prstDash val="solid"/>
          </a:ln>
          <a:effectLst>
            <a:outerShdw blurRad="127000" dist="381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640080" cy="640080"/>
          </a:xfrm>
          <a:prstGeom prst="ellipse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5.x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3017520"/>
            <a:ext cx="219456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(port 3000)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 · Routes auth + player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0D1526"/>
          </a:solidFill>
          <a:ln w="25400">
            <a:solidFill>
              <a:srgbClr val="22C55E"/>
            </a:solidFill>
            <a:prstDash val="solid"/>
          </a:ln>
          <a:effectLst>
            <a:outerShdw blurRad="127000" dist="381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269480" y="1097280"/>
            <a:ext cx="640080" cy="640080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BASE DE DONNÉES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≥ 14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017520"/>
            <a:ext cx="2194560" cy="0"/>
          </a:xfrm>
          <a:prstGeom prst="line">
            <a:avLst/>
          </a:prstGeom>
          <a:noFill/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 · ON DELETE CASCADE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progression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7432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035040" y="274320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 · JSON · JWT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886200"/>
          </a:xfrm>
          <a:prstGeom prst="roundRect">
            <a:avLst>
              <a:gd name="adj" fmla="val 3509"/>
            </a:avLst>
          </a:prstGeom>
          <a:solidFill>
            <a:srgbClr val="0D1526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240280" cy="0"/>
          </a:xfrm>
          <a:prstGeom prst="line">
            <a:avLst/>
          </a:prstGeom>
          <a:noFill/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/ node-</a:t>
            </a: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2606040" cy="3886200"/>
          </a:xfrm>
          <a:prstGeom prst="roundRect">
            <a:avLst>
              <a:gd name="adj" fmla="val 3509"/>
            </a:avLst>
          </a:prstGeom>
          <a:solidFill>
            <a:srgbClr val="0D1526"/>
          </a:solidFill>
          <a:ln w="12700">
            <a:solidFill>
              <a:srgbClr val="00E5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0" y="10241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240280" cy="0"/>
          </a:xfrm>
          <a:prstGeom prst="line">
            <a:avLst/>
          </a:prstGeom>
          <a:noFill/>
          <a:ln w="12700">
            <a:solidFill>
              <a:srgbClr val="00E5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155448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Bootstrap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Phaser.js (moteur jeu)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(session)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API REST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960120"/>
            <a:ext cx="2606040" cy="3886200"/>
          </a:xfrm>
          <a:prstGeom prst="roundRect">
            <a:avLst>
              <a:gd name="adj" fmla="val 3509"/>
            </a:avLst>
          </a:prstGeom>
          <a:solidFill>
            <a:srgbClr val="0D1526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0" y="10241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OUTILS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240280" cy="0"/>
          </a:xfrm>
          <a:prstGeom prst="line">
            <a:avLst/>
          </a:prstGeom>
          <a:noFill/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89320" y="155448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Codeberg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WAMP / XAMPP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Insomnia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package.json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(rechargement auto)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Sécurité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75488" y="1344168"/>
            <a:ext cx="457200" cy="45720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1124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unicité email + pseudo · Retour d'erreur explicite si doublon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" y="2624328"/>
            <a:ext cx="457200" cy="45720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2404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7889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hash bcrypt (salt factor 10) · Retour JWT 24h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5488" y="3904488"/>
            <a:ext cx="457200" cy="45720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3685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JWT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40690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en localStorage · Envoyé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73168" y="1344168"/>
            <a:ext cx="457200" cy="45720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73168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21808" y="1124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et injecte req.user sur toutes les routes /api/player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33172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73168" y="2624328"/>
            <a:ext cx="457200" cy="45720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73168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2404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27889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client — suppression du token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61188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73168" y="3904488"/>
            <a:ext cx="457200" cy="45720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73168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3685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Anti-injection SQL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1808" y="40690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paramétrées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node-postgres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Personnages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1978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97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088136"/>
            <a:ext cx="4297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slots de sauvegarde par utilisateur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4297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: nom, prénom, genre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642616"/>
            <a:ext cx="4297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et suppression de personnage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419856"/>
            <a:ext cx="4297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données entre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(403/404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autorisé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306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1051560"/>
            <a:ext cx="3154680" cy="3383280"/>
          </a:xfrm>
          <a:prstGeom prst="roundRect">
            <a:avLst>
              <a:gd name="adj" fmla="val 3478"/>
            </a:avLst>
          </a:prstGeom>
          <a:solidFill>
            <a:srgbClr val="0D1526"/>
          </a:solidFill>
          <a:ln w="12700">
            <a:solidFill>
              <a:srgbClr val="00E5FF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715000" y="1143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DÉDIÉES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16002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760720" y="1600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character_save.html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0720" y="22860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760720" y="22860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create_character.html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29718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760720" y="2971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edit_character.html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37033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: CRUD complet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 / GET / PUT / DELETE)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Jeu — Phaser.js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monde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3×3 de zones · 2400×1800 px totaux ·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zone fait 800×600 px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ZQSD + touches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directionnelles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Spritesheet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statique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course (4 directions)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via background_hitbox.png · Murs et bords de zone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zone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4173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Repositionnement automatique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00600" y="20574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pause (ESC)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3774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· Reprendre ou Menu Principal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pos_x, pos_y, zone_x,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zone_y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39776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42976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automatique à la fermeture de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Navbar dynamique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606040" y="1188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69164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connexion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register.html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inscription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903720" y="1188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character_save.html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169164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90372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des slots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create_character.html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personnage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26974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60604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edit_character.html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97480" y="333756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606040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personnage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6974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5488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settings.html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33756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0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· Langue · Contrôles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6974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90372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guide.html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95160" y="3337560"/>
            <a:ext cx="160020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903720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du jeu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98C5E-8C8F-DB87-3358-82A2390F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9A65091-9853-3378-0D2E-A9AAE598B37E}"/>
              </a:ext>
            </a:extLst>
          </p:cNvPr>
          <p:cNvSpPr/>
          <p:nvPr/>
        </p:nvSpPr>
        <p:spPr>
          <a:xfrm>
            <a:off x="0" y="0"/>
            <a:ext cx="10972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EAAD05-5B3D-10ED-53E3-FDA768CAA8B6}"/>
              </a:ext>
            </a:extLst>
          </p:cNvPr>
          <p:cNvSpPr/>
          <p:nvPr/>
        </p:nvSpPr>
        <p:spPr>
          <a:xfrm>
            <a:off x="0" y="0"/>
            <a:ext cx="54864" cy="1097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940B20-15AB-095E-DD9A-424639D47BF2}"/>
              </a:ext>
            </a:extLst>
          </p:cNvPr>
          <p:cNvSpPr/>
          <p:nvPr/>
        </p:nvSpPr>
        <p:spPr>
          <a:xfrm>
            <a:off x="7991856" y="5088636"/>
            <a:ext cx="1152144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4EC703-1C6A-7584-CA47-49D26D278744}"/>
              </a:ext>
            </a:extLst>
          </p:cNvPr>
          <p:cNvSpPr/>
          <p:nvPr/>
        </p:nvSpPr>
        <p:spPr>
          <a:xfrm>
            <a:off x="9089136" y="4046220"/>
            <a:ext cx="54864" cy="1097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0973E9-6F9B-6EE2-A9F0-10A12675A093}"/>
              </a:ext>
            </a:extLst>
          </p:cNvPr>
          <p:cNvSpPr/>
          <p:nvPr/>
        </p:nvSpPr>
        <p:spPr>
          <a:xfrm>
            <a:off x="0" y="5088636"/>
            <a:ext cx="10972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13CE9E7-D76F-4289-A02F-625060D1B162}"/>
              </a:ext>
            </a:extLst>
          </p:cNvPr>
          <p:cNvSpPr/>
          <p:nvPr/>
        </p:nvSpPr>
        <p:spPr>
          <a:xfrm>
            <a:off x="0" y="4046220"/>
            <a:ext cx="54864" cy="10972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8BC6A6-DFD3-9804-D7DC-11F333FB990E}"/>
              </a:ext>
            </a:extLst>
          </p:cNvPr>
          <p:cNvSpPr/>
          <p:nvPr/>
        </p:nvSpPr>
        <p:spPr>
          <a:xfrm>
            <a:off x="7543800" y="-371100"/>
            <a:ext cx="4114800" cy="41148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143054E-43C5-7B29-EBDC-28971876E45E}"/>
              </a:ext>
            </a:extLst>
          </p:cNvPr>
          <p:cNvSpPr/>
          <p:nvPr/>
        </p:nvSpPr>
        <p:spPr>
          <a:xfrm>
            <a:off x="-971133" y="2139696"/>
            <a:ext cx="2743200" cy="2743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2341EE7-935E-CEBB-C60F-7AB16DAD1DA8}"/>
              </a:ext>
            </a:extLst>
          </p:cNvPr>
          <p:cNvSpPr/>
          <p:nvPr/>
        </p:nvSpPr>
        <p:spPr>
          <a:xfrm>
            <a:off x="548640" y="1005839"/>
            <a:ext cx="8046720" cy="2046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7200" b="1" kern="0" spc="8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7200" b="1" kern="0" spc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</a:t>
            </a:r>
            <a:endParaRPr lang="en-US" sz="7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6B9D8E1-CAD4-35D8-20ED-A2F4BEC2EF99}"/>
              </a:ext>
            </a:extLst>
          </p:cNvPr>
          <p:cNvSpPr/>
          <p:nvPr/>
        </p:nvSpPr>
        <p:spPr>
          <a:xfrm>
            <a:off x="2560320" y="3180243"/>
            <a:ext cx="402336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669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02FCB-5624-4F9C-4975-65C3D1EB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9E0ADA-9096-412D-4C2B-BBD45BF4AD61}"/>
              </a:ext>
            </a:extLst>
          </p:cNvPr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EBB1A5-98D5-6F68-B42B-B0F1E0AC995B}"/>
              </a:ext>
            </a:extLst>
          </p:cNvPr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D179DB-988E-6774-149C-C83486EBA072}"/>
              </a:ext>
            </a:extLst>
          </p:cNvPr>
          <p:cNvSpPr/>
          <p:nvPr/>
        </p:nvSpPr>
        <p:spPr>
          <a:xfrm>
            <a:off x="365760" y="105156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4A17CB-58A3-00B1-378C-6E23B40A4809}"/>
              </a:ext>
            </a:extLst>
          </p:cNvPr>
          <p:cNvSpPr/>
          <p:nvPr/>
        </p:nvSpPr>
        <p:spPr>
          <a:xfrm>
            <a:off x="475488" y="1252728"/>
            <a:ext cx="402336" cy="402336"/>
          </a:xfrm>
          <a:prstGeom prst="ellipse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034B4A-5358-370C-F962-49FF9950F2F6}"/>
              </a:ext>
            </a:extLst>
          </p:cNvPr>
          <p:cNvSpPr/>
          <p:nvPr/>
        </p:nvSpPr>
        <p:spPr>
          <a:xfrm>
            <a:off x="987552" y="1280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Clonage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84F6DC-1FAF-BE27-90A0-19E004FDBA71}"/>
              </a:ext>
            </a:extLst>
          </p:cNvPr>
          <p:cNvSpPr/>
          <p:nvPr/>
        </p:nvSpPr>
        <p:spPr>
          <a:xfrm>
            <a:off x="365760" y="20116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B9437E7-4AA7-D96F-3E4A-0A4348DC4922}"/>
              </a:ext>
            </a:extLst>
          </p:cNvPr>
          <p:cNvSpPr/>
          <p:nvPr/>
        </p:nvSpPr>
        <p:spPr>
          <a:xfrm>
            <a:off x="475488" y="2212848"/>
            <a:ext cx="402336" cy="402336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AE440C-E767-E819-38C7-BC6835C1AA82}"/>
              </a:ext>
            </a:extLst>
          </p:cNvPr>
          <p:cNvSpPr/>
          <p:nvPr/>
        </p:nvSpPr>
        <p:spPr>
          <a:xfrm>
            <a:off x="987552" y="20665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F826DE-7D42-CC59-D072-BF1CB2C93C32}"/>
              </a:ext>
            </a:extLst>
          </p:cNvPr>
          <p:cNvSpPr/>
          <p:nvPr/>
        </p:nvSpPr>
        <p:spPr>
          <a:xfrm>
            <a:off x="987552" y="24140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BDD et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l’utilisateur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ainsi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privileges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tables à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5F52CB3-C501-DD6B-963F-E21F3FD58EE1}"/>
              </a:ext>
            </a:extLst>
          </p:cNvPr>
          <p:cNvSpPr/>
          <p:nvPr/>
        </p:nvSpPr>
        <p:spPr>
          <a:xfrm>
            <a:off x="365760" y="29718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22C55E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394EBC-A846-D4A3-3E69-6A47EFB27F79}"/>
              </a:ext>
            </a:extLst>
          </p:cNvPr>
          <p:cNvSpPr/>
          <p:nvPr/>
        </p:nvSpPr>
        <p:spPr>
          <a:xfrm>
            <a:off x="475488" y="3172968"/>
            <a:ext cx="402336" cy="402336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AB5E7D-AA71-E667-7176-BDBDAD211E9B}"/>
              </a:ext>
            </a:extLst>
          </p:cNvPr>
          <p:cNvSpPr/>
          <p:nvPr/>
        </p:nvSpPr>
        <p:spPr>
          <a:xfrm>
            <a:off x="987552" y="30266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des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681305-D8B0-E730-3FC5-3E2C94A5FE9F}"/>
              </a:ext>
            </a:extLst>
          </p:cNvPr>
          <p:cNvSpPr/>
          <p:nvPr/>
        </p:nvSpPr>
        <p:spPr>
          <a:xfrm>
            <a:off x="987552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le dossier backend et lancer la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1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0589043-34E5-AEC5-A35C-A3D874536B3F}"/>
              </a:ext>
            </a:extLst>
          </p:cNvPr>
          <p:cNvSpPr/>
          <p:nvPr/>
        </p:nvSpPr>
        <p:spPr>
          <a:xfrm>
            <a:off x="365760" y="393192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CF96229-752D-A04D-897F-96D44FA27F8A}"/>
              </a:ext>
            </a:extLst>
          </p:cNvPr>
          <p:cNvSpPr/>
          <p:nvPr/>
        </p:nvSpPr>
        <p:spPr>
          <a:xfrm>
            <a:off x="475488" y="4133088"/>
            <a:ext cx="402336" cy="402336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130C0BF-B103-6A3F-F0E5-74D0ACF6E5FD}"/>
              </a:ext>
            </a:extLst>
          </p:cNvPr>
          <p:cNvSpPr/>
          <p:nvPr/>
        </p:nvSpPr>
        <p:spPr>
          <a:xfrm>
            <a:off x="987552" y="41605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.env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indiqué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codeberg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82249D4-C4DA-2058-2075-8BE4169E539D}"/>
              </a:ext>
            </a:extLst>
          </p:cNvPr>
          <p:cNvSpPr/>
          <p:nvPr/>
        </p:nvSpPr>
        <p:spPr>
          <a:xfrm>
            <a:off x="4663440" y="105156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04A4B18-546B-5F8D-49FA-9FA3505DBBA5}"/>
              </a:ext>
            </a:extLst>
          </p:cNvPr>
          <p:cNvSpPr/>
          <p:nvPr/>
        </p:nvSpPr>
        <p:spPr>
          <a:xfrm>
            <a:off x="4773168" y="1252728"/>
            <a:ext cx="402336" cy="402336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724B748-6F0B-8D11-BAAF-FC692B61AE4B}"/>
              </a:ext>
            </a:extLst>
          </p:cNvPr>
          <p:cNvSpPr/>
          <p:nvPr/>
        </p:nvSpPr>
        <p:spPr>
          <a:xfrm>
            <a:off x="5285232" y="11064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backend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D92F569-6611-8D40-2B54-DABDF1E41967}"/>
              </a:ext>
            </a:extLst>
          </p:cNvPr>
          <p:cNvSpPr/>
          <p:nvPr/>
        </p:nvSpPr>
        <p:spPr>
          <a:xfrm>
            <a:off x="5285232" y="14538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start”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1760B2C-937E-B683-E3B7-90CDD69CBCF6}"/>
              </a:ext>
            </a:extLst>
          </p:cNvPr>
          <p:cNvSpPr/>
          <p:nvPr/>
        </p:nvSpPr>
        <p:spPr>
          <a:xfrm>
            <a:off x="4663440" y="20116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8BD72B0-075F-2C6A-A449-6F479985EE48}"/>
              </a:ext>
            </a:extLst>
          </p:cNvPr>
          <p:cNvSpPr/>
          <p:nvPr/>
        </p:nvSpPr>
        <p:spPr>
          <a:xfrm>
            <a:off x="4773168" y="2212848"/>
            <a:ext cx="402336" cy="402336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B2091C9-A13D-E3C6-2CCB-88EB7B96C7F8}"/>
              </a:ext>
            </a:extLst>
          </p:cNvPr>
          <p:cNvSpPr/>
          <p:nvPr/>
        </p:nvSpPr>
        <p:spPr>
          <a:xfrm>
            <a:off x="5285232" y="20665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frontend </a:t>
            </a:r>
            <a:endParaRPr lang="en-US" sz="1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B82182-32EF-8359-0120-118B37C4E983}"/>
              </a:ext>
            </a:extLst>
          </p:cNvPr>
          <p:cNvSpPr/>
          <p:nvPr/>
        </p:nvSpPr>
        <p:spPr>
          <a:xfrm>
            <a:off x="5285232" y="24140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LiveServer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WAMP / XAMP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064BE48-007B-847A-AA68-496D7EAFBD69}"/>
              </a:ext>
            </a:extLst>
          </p:cNvPr>
          <p:cNvSpPr/>
          <p:nvPr/>
        </p:nvSpPr>
        <p:spPr>
          <a:xfrm>
            <a:off x="4663440" y="29718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1B806D5-DF5D-B438-C686-4CA722303936}"/>
              </a:ext>
            </a:extLst>
          </p:cNvPr>
          <p:cNvSpPr/>
          <p:nvPr/>
        </p:nvSpPr>
        <p:spPr>
          <a:xfrm>
            <a:off x="4773168" y="3172968"/>
            <a:ext cx="402336" cy="402336"/>
          </a:xfrm>
          <a:prstGeom prst="ellipse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ABDD7EA-57BB-A668-8BD4-710E2B86FB3D}"/>
              </a:ext>
            </a:extLst>
          </p:cNvPr>
          <p:cNvSpPr/>
          <p:nvPr/>
        </p:nvSpPr>
        <p:spPr>
          <a:xfrm>
            <a:off x="5285232" y="32004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page sur le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40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BBD5A93-8410-6C18-EFE5-0518BC8FE00E}"/>
              </a:ext>
            </a:extLst>
          </p:cNvPr>
          <p:cNvSpPr/>
          <p:nvPr/>
        </p:nvSpPr>
        <p:spPr>
          <a:xfrm>
            <a:off x="4663440" y="3935839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chemeClr val="accent1">
                <a:lumMod val="75000"/>
                <a:alpha val="60000"/>
              </a:scheme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28977A84-89D4-401B-F8D9-9223C8A17D55}"/>
              </a:ext>
            </a:extLst>
          </p:cNvPr>
          <p:cNvSpPr/>
          <p:nvPr/>
        </p:nvSpPr>
        <p:spPr>
          <a:xfrm>
            <a:off x="4773168" y="4137007"/>
            <a:ext cx="402336" cy="402336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166F4E4C-4C26-3434-AF58-1DEABB64A746}"/>
              </a:ext>
            </a:extLst>
          </p:cNvPr>
          <p:cNvSpPr/>
          <p:nvPr/>
        </p:nvSpPr>
        <p:spPr>
          <a:xfrm>
            <a:off x="5285232" y="41605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Profitez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jeu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8107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 — 57 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0" y="914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13232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de test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05840"/>
          <a:ext cx="6492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4164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D152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65760" y="4041648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97280" y="404164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Critique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404164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D152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154680" y="4041648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886200" y="404164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Majeur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404164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D1526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943600" y="4041648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675120" y="404164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Mineur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: tous les P1 + P2 obligatoires · Aucun T-SEC échoué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Futures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75488" y="1252728"/>
            <a:ext cx="402336" cy="402336"/>
          </a:xfrm>
          <a:prstGeom prst="ellipse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87552" y="11064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combat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4538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Affrontements contre ennemis · HP / dégâts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" y="2212848"/>
            <a:ext cx="402336" cy="402336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87552" y="20665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en jeu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4140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d'objets et armes pendant la partie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22C55E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" y="3172968"/>
            <a:ext cx="402336" cy="402336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87552" y="30266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d'items avec monnaie du jeu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" y="4133088"/>
            <a:ext cx="402336" cy="402336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87552" y="39867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Ennemis avec 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433425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adaptatifs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73168" y="1252728"/>
            <a:ext cx="402336" cy="402336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285232" y="11064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charge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14538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sous charge · Optimisation BDD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0116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73168" y="2212848"/>
            <a:ext cx="402336" cy="402336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285232" y="20665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85232" y="24140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en ligne · Hébergement serveur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73168" y="3172968"/>
            <a:ext cx="402336" cy="402336"/>
          </a:xfrm>
          <a:prstGeom prst="ellipse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285232" y="30266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85232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tactile · Responsive design</a:t>
            </a:r>
            <a:endParaRPr lang="en-US" sz="110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B5949B5-B6FE-9110-22A3-4496F2EAD032}"/>
              </a:ext>
            </a:extLst>
          </p:cNvPr>
          <p:cNvSpPr/>
          <p:nvPr/>
        </p:nvSpPr>
        <p:spPr>
          <a:xfrm>
            <a:off x="4663440" y="3935839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D1526"/>
          </a:solidFill>
          <a:ln w="12700">
            <a:solidFill>
              <a:schemeClr val="accent1">
                <a:lumMod val="75000"/>
                <a:alpha val="60000"/>
              </a:scheme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9E772D80-0CAE-3C10-FDA9-C4C1126018EC}"/>
              </a:ext>
            </a:extLst>
          </p:cNvPr>
          <p:cNvSpPr/>
          <p:nvPr/>
        </p:nvSpPr>
        <p:spPr>
          <a:xfrm>
            <a:off x="4773168" y="4137007"/>
            <a:ext cx="402336" cy="402336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5B6F2DE9-D468-4F07-CFA2-CB47A7D80544}"/>
              </a:ext>
            </a:extLst>
          </p:cNvPr>
          <p:cNvSpPr/>
          <p:nvPr/>
        </p:nvSpPr>
        <p:spPr>
          <a:xfrm>
            <a:off x="5285232" y="3990703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Musique</a:t>
            </a:r>
            <a:endParaRPr lang="en-US" sz="1400" dirty="0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3C22D2F4-1BF9-A8B5-9942-F68F271E195F}"/>
              </a:ext>
            </a:extLst>
          </p:cNvPr>
          <p:cNvSpPr/>
          <p:nvPr/>
        </p:nvSpPr>
        <p:spPr>
          <a:xfrm>
            <a:off x="5285232" y="4338175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· En combat 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97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991856" y="5088636"/>
            <a:ext cx="1152144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089136" y="4046220"/>
            <a:ext cx="54864" cy="1097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10972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046220"/>
            <a:ext cx="54864" cy="10972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097280" y="1078992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783080" y="1078992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 complète et fonctionnelle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152144"/>
            <a:ext cx="329184" cy="329184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097280" y="1655064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783080" y="1655064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— JWT + bcrypt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8720" y="1728216"/>
            <a:ext cx="329184" cy="329184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097280" y="2231136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783080" y="2231136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jeu Phaser.js 3 opérationnel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2304288"/>
            <a:ext cx="329184" cy="329184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97280" y="2807208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783080" y="2807208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serveur PostgreSQL — 12 tables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88720" y="2880360"/>
            <a:ext cx="329184" cy="329184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097280" y="3383280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783080" y="338328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complète — 8 pages · FR/EN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88720" y="3456432"/>
            <a:ext cx="329184" cy="329184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097280" y="3959352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783080" y="3959352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cas de test documentés (plan de test complet)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88720" y="4032504"/>
            <a:ext cx="329184" cy="329184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1076</Words>
  <Application>Microsoft Office PowerPoint</Application>
  <PresentationFormat>Affichage à l'écran (16:9)</PresentationFormat>
  <Paragraphs>225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NeuroPulse — Présentation du projet</dc:title>
  <dc:subject>PptxGenJS Presentation</dc:subject>
  <dc:creator>N. SILLAIRE, A. VIVIEN, O. LAADRAOUI</dc:creator>
  <cp:lastModifiedBy>Antoine VIVIEN</cp:lastModifiedBy>
  <cp:revision>1</cp:revision>
  <dcterms:created xsi:type="dcterms:W3CDTF">2026-06-30T20:03:18Z</dcterms:created>
  <dcterms:modified xsi:type="dcterms:W3CDTF">2026-07-01T09:26:07Z</dcterms:modified>
</cp:coreProperties>
</file>