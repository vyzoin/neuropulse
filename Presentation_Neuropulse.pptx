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0" r:id="rId4"/>
    <p:sldId id="271" r:id="rId5"/>
    <p:sldId id="258" r:id="rId6"/>
    <p:sldId id="259" r:id="rId7"/>
    <p:sldId id="260" r:id="rId8"/>
    <p:sldId id="261" r:id="rId9"/>
    <p:sldId id="262" r:id="rId10"/>
    <p:sldId id="263" r:id="rId11"/>
    <p:sldId id="269" r:id="rId12"/>
    <p:sldId id="272" r:id="rId13"/>
    <p:sldId id="266" r:id="rId14"/>
    <p:sldId id="267" r:id="rId15"/>
    <p:sldId id="268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8D99FE-356C-4716-8733-0651BA1AB075}" v="3" dt="2026-06-30T20:28:40.899"/>
    <p1510:client id="{E2F6B850-39E2-41BC-8855-EDEEF74CB478}" v="2" dt="2026-07-01T08:53:22.0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ine VIVIEN" userId="360f1131c864c888" providerId="LiveId" clId="{BCF8220F-FA57-4D90-A194-5A123AAEFF6E}"/>
    <pc:docChg chg="undo redo custSel addSld delSld modSld sldOrd">
      <pc:chgData name="Antoine VIVIEN" userId="360f1131c864c888" providerId="LiveId" clId="{BCF8220F-FA57-4D90-A194-5A123AAEFF6E}" dt="2026-07-01T08:59:09.408" v="1494" actId="20577"/>
      <pc:docMkLst>
        <pc:docMk/>
      </pc:docMkLst>
      <pc:sldChg chg="modSp mod">
        <pc:chgData name="Antoine VIVIEN" userId="360f1131c864c888" providerId="LiveId" clId="{BCF8220F-FA57-4D90-A194-5A123AAEFF6E}" dt="2026-07-01T08:30:54.642" v="719" actId="403"/>
        <pc:sldMkLst>
          <pc:docMk/>
          <pc:sldMk cId="0" sldId="259"/>
        </pc:sldMkLst>
        <pc:spChg chg="mod">
          <ac:chgData name="Antoine VIVIEN" userId="360f1131c864c888" providerId="LiveId" clId="{BCF8220F-FA57-4D90-A194-5A123AAEFF6E}" dt="2026-07-01T08:30:43.049" v="715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ntoine VIVIEN" userId="360f1131c864c888" providerId="LiveId" clId="{BCF8220F-FA57-4D90-A194-5A123AAEFF6E}" dt="2026-07-01T08:30:49.213" v="717" actId="403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ntoine VIVIEN" userId="360f1131c864c888" providerId="LiveId" clId="{BCF8220F-FA57-4D90-A194-5A123AAEFF6E}" dt="2026-07-01T08:30:54.642" v="719" actId="403"/>
          <ac:spMkLst>
            <pc:docMk/>
            <pc:sldMk cId="0" sldId="259"/>
            <ac:spMk id="15" creationId="{00000000-0000-0000-0000-000000000000}"/>
          </ac:spMkLst>
        </pc:spChg>
      </pc:sldChg>
      <pc:sldChg chg="modSp mod">
        <pc:chgData name="Antoine VIVIEN" userId="360f1131c864c888" providerId="LiveId" clId="{BCF8220F-FA57-4D90-A194-5A123AAEFF6E}" dt="2026-06-30T20:15:24.347" v="35" actId="20577"/>
        <pc:sldMkLst>
          <pc:docMk/>
          <pc:sldMk cId="0" sldId="260"/>
        </pc:sldMkLst>
        <pc:spChg chg="mod">
          <ac:chgData name="Antoine VIVIEN" userId="360f1131c864c888" providerId="LiveId" clId="{BCF8220F-FA57-4D90-A194-5A123AAEFF6E}" dt="2026-06-30T20:14:14.900" v="13" actId="2057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4:28.757" v="14" actId="20577"/>
          <ac:spMkLst>
            <pc:docMk/>
            <pc:sldMk cId="0" sldId="260"/>
            <ac:spMk id="28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5:24.347" v="35" actId="20577"/>
          <ac:spMkLst>
            <pc:docMk/>
            <pc:sldMk cId="0" sldId="260"/>
            <ac:spMk id="33" creationId="{00000000-0000-0000-0000-000000000000}"/>
          </ac:spMkLst>
        </pc:spChg>
      </pc:sldChg>
      <pc:sldChg chg="addSp delSp modSp mod">
        <pc:chgData name="Antoine VIVIEN" userId="360f1131c864c888" providerId="LiveId" clId="{BCF8220F-FA57-4D90-A194-5A123AAEFF6E}" dt="2026-06-30T20:15:34.670" v="40" actId="478"/>
        <pc:sldMkLst>
          <pc:docMk/>
          <pc:sldMk cId="0" sldId="261"/>
        </pc:sldMkLst>
        <pc:spChg chg="add del">
          <ac:chgData name="Antoine VIVIEN" userId="360f1131c864c888" providerId="LiveId" clId="{BCF8220F-FA57-4D90-A194-5A123AAEFF6E}" dt="2026-06-30T20:15:21.042" v="33" actId="478"/>
          <ac:spMkLst>
            <pc:docMk/>
            <pc:sldMk cId="0" sldId="261"/>
            <ac:spMk id="16" creationId="{00000000-0000-0000-0000-000000000000}"/>
          </ac:spMkLst>
        </pc:spChg>
        <pc:spChg chg="add del">
          <ac:chgData name="Antoine VIVIEN" userId="360f1131c864c888" providerId="LiveId" clId="{BCF8220F-FA57-4D90-A194-5A123AAEFF6E}" dt="2026-06-30T20:15:18.843" v="28" actId="478"/>
          <ac:spMkLst>
            <pc:docMk/>
            <pc:sldMk cId="0" sldId="261"/>
            <ac:spMk id="17" creationId="{00000000-0000-0000-0000-000000000000}"/>
          </ac:spMkLst>
        </pc:spChg>
        <pc:spChg chg="add del">
          <ac:chgData name="Antoine VIVIEN" userId="360f1131c864c888" providerId="LiveId" clId="{BCF8220F-FA57-4D90-A194-5A123AAEFF6E}" dt="2026-06-30T20:15:19.180" v="29" actId="478"/>
          <ac:spMkLst>
            <pc:docMk/>
            <pc:sldMk cId="0" sldId="261"/>
            <ac:spMk id="18" creationId="{00000000-0000-0000-0000-000000000000}"/>
          </ac:spMkLst>
        </pc:spChg>
        <pc:spChg chg="add del mod">
          <ac:chgData name="Antoine VIVIEN" userId="360f1131c864c888" providerId="LiveId" clId="{BCF8220F-FA57-4D90-A194-5A123AAEFF6E}" dt="2026-06-30T20:15:29.835" v="36"/>
          <ac:spMkLst>
            <pc:docMk/>
            <pc:sldMk cId="0" sldId="261"/>
            <ac:spMk id="19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5:32.105" v="37" actId="478"/>
          <ac:spMkLst>
            <pc:docMk/>
            <pc:sldMk cId="0" sldId="261"/>
            <ac:spMk id="20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5:34.670" v="40" actId="478"/>
          <ac:spMkLst>
            <pc:docMk/>
            <pc:sldMk cId="0" sldId="261"/>
            <ac:spMk id="21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5:33.864" v="39" actId="478"/>
          <ac:spMkLst>
            <pc:docMk/>
            <pc:sldMk cId="0" sldId="261"/>
            <ac:spMk id="23" creationId="{00000000-0000-0000-0000-000000000000}"/>
          </ac:spMkLst>
        </pc:spChg>
      </pc:sldChg>
      <pc:sldChg chg="modSp mod">
        <pc:chgData name="Antoine VIVIEN" userId="360f1131c864c888" providerId="LiveId" clId="{BCF8220F-FA57-4D90-A194-5A123AAEFF6E}" dt="2026-06-30T20:16:56.870" v="72" actId="20577"/>
        <pc:sldMkLst>
          <pc:docMk/>
          <pc:sldMk cId="0" sldId="262"/>
        </pc:sldMkLst>
        <pc:spChg chg="mod">
          <ac:chgData name="Antoine VIVIEN" userId="360f1131c864c888" providerId="LiveId" clId="{BCF8220F-FA57-4D90-A194-5A123AAEFF6E}" dt="2026-06-30T20:15:49.114" v="53" actId="20577"/>
          <ac:spMkLst>
            <pc:docMk/>
            <pc:sldMk cId="0" sldId="262"/>
            <ac:spMk id="6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5:58.539" v="54" actId="20577"/>
          <ac:spMkLst>
            <pc:docMk/>
            <pc:sldMk cId="0" sldId="262"/>
            <ac:spMk id="9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04.836" v="62" actId="2057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25.932" v="63" actId="20577"/>
          <ac:spMkLst>
            <pc:docMk/>
            <pc:sldMk cId="0" sldId="262"/>
            <ac:spMk id="18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32.798" v="66" actId="20577"/>
          <ac:spMkLst>
            <pc:docMk/>
            <pc:sldMk cId="0" sldId="262"/>
            <ac:spMk id="21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42.743" v="70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45.604" v="71" actId="20577"/>
          <ac:spMkLst>
            <pc:docMk/>
            <pc:sldMk cId="0" sldId="262"/>
            <ac:spMk id="24" creationId="{00000000-0000-0000-0000-000000000000}"/>
          </ac:spMkLst>
        </pc:spChg>
        <pc:spChg chg="mod">
          <ac:chgData name="Antoine VIVIEN" userId="360f1131c864c888" providerId="LiveId" clId="{BCF8220F-FA57-4D90-A194-5A123AAEFF6E}" dt="2026-06-30T20:16:56.870" v="72" actId="20577"/>
          <ac:spMkLst>
            <pc:docMk/>
            <pc:sldMk cId="0" sldId="262"/>
            <ac:spMk id="27" creationId="{00000000-0000-0000-0000-000000000000}"/>
          </ac:spMkLst>
        </pc:spChg>
      </pc:sldChg>
      <pc:sldChg chg="delSp modSp mod">
        <pc:chgData name="Antoine VIVIEN" userId="360f1131c864c888" providerId="LiveId" clId="{BCF8220F-FA57-4D90-A194-5A123AAEFF6E}" dt="2026-06-30T20:17:38.144" v="81" actId="478"/>
        <pc:sldMkLst>
          <pc:docMk/>
          <pc:sldMk cId="0" sldId="263"/>
        </pc:sldMkLst>
        <pc:spChg chg="del">
          <ac:chgData name="Antoine VIVIEN" userId="360f1131c864c888" providerId="LiveId" clId="{BCF8220F-FA57-4D90-A194-5A123AAEFF6E}" dt="2026-06-30T20:17:31.333" v="73" actId="478"/>
          <ac:spMkLst>
            <pc:docMk/>
            <pc:sldMk cId="0" sldId="263"/>
            <ac:spMk id="36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7:32.988" v="75" actId="478"/>
          <ac:spMkLst>
            <pc:docMk/>
            <pc:sldMk cId="0" sldId="263"/>
            <ac:spMk id="37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17:33.756" v="76" actId="478"/>
          <ac:spMkLst>
            <pc:docMk/>
            <pc:sldMk cId="0" sldId="263"/>
            <ac:spMk id="38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7:35.512" v="78" actId="478"/>
          <ac:spMkLst>
            <pc:docMk/>
            <pc:sldMk cId="0" sldId="263"/>
            <ac:spMk id="39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17:36.909" v="80" actId="478"/>
          <ac:spMkLst>
            <pc:docMk/>
            <pc:sldMk cId="0" sldId="263"/>
            <ac:spMk id="40" creationId="{00000000-0000-0000-0000-000000000000}"/>
          </ac:spMkLst>
        </pc:spChg>
        <pc:spChg chg="del mod">
          <ac:chgData name="Antoine VIVIEN" userId="360f1131c864c888" providerId="LiveId" clId="{BCF8220F-FA57-4D90-A194-5A123AAEFF6E}" dt="2026-06-30T20:17:38.144" v="81" actId="478"/>
          <ac:spMkLst>
            <pc:docMk/>
            <pc:sldMk cId="0" sldId="263"/>
            <ac:spMk id="41" creationId="{00000000-0000-0000-0000-000000000000}"/>
          </ac:spMkLst>
        </pc:spChg>
      </pc:sldChg>
      <pc:sldChg chg="del">
        <pc:chgData name="Antoine VIVIEN" userId="360f1131c864c888" providerId="LiveId" clId="{BCF8220F-FA57-4D90-A194-5A123AAEFF6E}" dt="2026-06-30T20:21:24.513" v="97" actId="2696"/>
        <pc:sldMkLst>
          <pc:docMk/>
          <pc:sldMk cId="0" sldId="264"/>
        </pc:sldMkLst>
      </pc:sldChg>
      <pc:sldChg chg="del">
        <pc:chgData name="Antoine VIVIEN" userId="360f1131c864c888" providerId="LiveId" clId="{BCF8220F-FA57-4D90-A194-5A123AAEFF6E}" dt="2026-06-30T20:18:18.893" v="82" actId="2696"/>
        <pc:sldMkLst>
          <pc:docMk/>
          <pc:sldMk cId="0" sldId="265"/>
        </pc:sldMkLst>
      </pc:sldChg>
      <pc:sldChg chg="addSp modSp mod">
        <pc:chgData name="Antoine VIVIEN" userId="360f1131c864c888" providerId="LiveId" clId="{BCF8220F-FA57-4D90-A194-5A123AAEFF6E}" dt="2026-06-30T20:28:34.219" v="290" actId="20577"/>
        <pc:sldMkLst>
          <pc:docMk/>
          <pc:sldMk cId="0" sldId="267"/>
        </pc:sldMkLst>
        <pc:spChg chg="mod">
          <ac:chgData name="Antoine VIVIEN" userId="360f1131c864c888" providerId="LiveId" clId="{BCF8220F-FA57-4D90-A194-5A123AAEFF6E}" dt="2026-06-30T20:20:53.523" v="85" actId="20577"/>
          <ac:spMkLst>
            <pc:docMk/>
            <pc:sldMk cId="0" sldId="267"/>
            <ac:spMk id="19" creationId="{00000000-0000-0000-0000-000000000000}"/>
          </ac:spMkLst>
        </pc:spChg>
        <pc:spChg chg="add mod">
          <ac:chgData name="Antoine VIVIEN" userId="360f1131c864c888" providerId="LiveId" clId="{BCF8220F-FA57-4D90-A194-5A123AAEFF6E}" dt="2026-06-30T20:27:40.145" v="148" actId="208"/>
          <ac:spMkLst>
            <pc:docMk/>
            <pc:sldMk cId="0" sldId="267"/>
            <ac:spMk id="33" creationId="{FB5949B5-B6FE-9110-22A3-4496F2EAD032}"/>
          </ac:spMkLst>
        </pc:spChg>
        <pc:spChg chg="add mod">
          <ac:chgData name="Antoine VIVIEN" userId="360f1131c864c888" providerId="LiveId" clId="{BCF8220F-FA57-4D90-A194-5A123AAEFF6E}" dt="2026-06-30T20:27:32.430" v="147" actId="208"/>
          <ac:spMkLst>
            <pc:docMk/>
            <pc:sldMk cId="0" sldId="267"/>
            <ac:spMk id="35" creationId="{9E772D80-0CAE-3C10-FDA9-C4C1126018EC}"/>
          </ac:spMkLst>
        </pc:spChg>
        <pc:spChg chg="add mod">
          <ac:chgData name="Antoine VIVIEN" userId="360f1131c864c888" providerId="LiveId" clId="{BCF8220F-FA57-4D90-A194-5A123AAEFF6E}" dt="2026-06-30T20:27:46.026" v="155" actId="20577"/>
          <ac:spMkLst>
            <pc:docMk/>
            <pc:sldMk cId="0" sldId="267"/>
            <ac:spMk id="37" creationId="{5B6F2DE9-D468-4F07-CFA2-CB47A7D80544}"/>
          </ac:spMkLst>
        </pc:spChg>
        <pc:spChg chg="add mod">
          <ac:chgData name="Antoine VIVIEN" userId="360f1131c864c888" providerId="LiveId" clId="{BCF8220F-FA57-4D90-A194-5A123AAEFF6E}" dt="2026-06-30T20:28:34.219" v="290" actId="20577"/>
          <ac:spMkLst>
            <pc:docMk/>
            <pc:sldMk cId="0" sldId="267"/>
            <ac:spMk id="39" creationId="{3C22D2F4-1BF9-A8B5-9942-F68F271E195F}"/>
          </ac:spMkLst>
        </pc:spChg>
      </pc:sldChg>
      <pc:sldChg chg="delSp modSp mod">
        <pc:chgData name="Antoine VIVIEN" userId="360f1131c864c888" providerId="LiveId" clId="{BCF8220F-FA57-4D90-A194-5A123AAEFF6E}" dt="2026-06-30T20:21:43.913" v="99" actId="478"/>
        <pc:sldMkLst>
          <pc:docMk/>
          <pc:sldMk cId="0" sldId="268"/>
        </pc:sldMkLst>
        <pc:spChg chg="mod">
          <ac:chgData name="Antoine VIVIEN" userId="360f1131c864c888" providerId="LiveId" clId="{BCF8220F-FA57-4D90-A194-5A123AAEFF6E}" dt="2026-06-30T20:21:16.117" v="96" actId="20577"/>
          <ac:spMkLst>
            <pc:docMk/>
            <pc:sldMk cId="0" sldId="268"/>
            <ac:spMk id="22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21:42.668" v="98" actId="478"/>
          <ac:spMkLst>
            <pc:docMk/>
            <pc:sldMk cId="0" sldId="268"/>
            <ac:spMk id="27" creationId="{00000000-0000-0000-0000-000000000000}"/>
          </ac:spMkLst>
        </pc:spChg>
        <pc:spChg chg="del">
          <ac:chgData name="Antoine VIVIEN" userId="360f1131c864c888" providerId="LiveId" clId="{BCF8220F-FA57-4D90-A194-5A123AAEFF6E}" dt="2026-06-30T20:21:43.913" v="99" actId="478"/>
          <ac:spMkLst>
            <pc:docMk/>
            <pc:sldMk cId="0" sldId="268"/>
            <ac:spMk id="28" creationId="{00000000-0000-0000-0000-000000000000}"/>
          </ac:spMkLst>
        </pc:spChg>
      </pc:sldChg>
      <pc:sldChg chg="addSp delSp modSp add mod ord">
        <pc:chgData name="Antoine VIVIEN" userId="360f1131c864c888" providerId="LiveId" clId="{BCF8220F-FA57-4D90-A194-5A123AAEFF6E}" dt="2026-06-30T20:23:15.035" v="143" actId="1076"/>
        <pc:sldMkLst>
          <pc:docMk/>
          <pc:sldMk cId="1217669096" sldId="269"/>
        </pc:sldMkLst>
        <pc:spChg chg="del">
          <ac:chgData name="Antoine VIVIEN" userId="360f1131c864c888" providerId="LiveId" clId="{BCF8220F-FA57-4D90-A194-5A123AAEFF6E}" dt="2026-06-30T20:22:26.169" v="116" actId="478"/>
          <ac:spMkLst>
            <pc:docMk/>
            <pc:sldMk cId="1217669096" sldId="269"/>
            <ac:spMk id="2" creationId="{5BF6F40D-FB95-6F63-1078-3D1A9E47973C}"/>
          </ac:spMkLst>
        </pc:spChg>
        <pc:spChg chg="add del mod">
          <ac:chgData name="Antoine VIVIEN" userId="360f1131c864c888" providerId="LiveId" clId="{BCF8220F-FA57-4D90-A194-5A123AAEFF6E}" dt="2026-06-30T20:23:13.155" v="142" actId="1076"/>
          <ac:spMkLst>
            <pc:docMk/>
            <pc:sldMk cId="1217669096" sldId="269"/>
            <ac:spMk id="9" creationId="{688BC6A6-DFD3-9804-D7DC-11F333FB990E}"/>
          </ac:spMkLst>
        </pc:spChg>
        <pc:spChg chg="add del mod">
          <ac:chgData name="Antoine VIVIEN" userId="360f1131c864c888" providerId="LiveId" clId="{BCF8220F-FA57-4D90-A194-5A123AAEFF6E}" dt="2026-06-30T20:23:15.035" v="143" actId="1076"/>
          <ac:spMkLst>
            <pc:docMk/>
            <pc:sldMk cId="1217669096" sldId="269"/>
            <ac:spMk id="10" creationId="{9143054E-43C5-7B29-EBDC-28971876E45E}"/>
          </ac:spMkLst>
        </pc:spChg>
        <pc:spChg chg="mod">
          <ac:chgData name="Antoine VIVIEN" userId="360f1131c864c888" providerId="LiveId" clId="{BCF8220F-FA57-4D90-A194-5A123AAEFF6E}" dt="2026-06-30T20:22:45.897" v="137" actId="14100"/>
          <ac:spMkLst>
            <pc:docMk/>
            <pc:sldMk cId="1217669096" sldId="269"/>
            <ac:spMk id="11" creationId="{E2341EE7-935E-CEBB-C60F-7AB16DAD1DA8}"/>
          </ac:spMkLst>
        </pc:spChg>
        <pc:spChg chg="mod">
          <ac:chgData name="Antoine VIVIEN" userId="360f1131c864c888" providerId="LiveId" clId="{BCF8220F-FA57-4D90-A194-5A123AAEFF6E}" dt="2026-06-30T20:22:33.644" v="121" actId="1076"/>
          <ac:spMkLst>
            <pc:docMk/>
            <pc:sldMk cId="1217669096" sldId="269"/>
            <ac:spMk id="12" creationId="{16B9D8E1-CAD4-35D8-20ED-A2F4BEC2EF99}"/>
          </ac:spMkLst>
        </pc:spChg>
        <pc:spChg chg="del">
          <ac:chgData name="Antoine VIVIEN" userId="360f1131c864c888" providerId="LiveId" clId="{BCF8220F-FA57-4D90-A194-5A123AAEFF6E}" dt="2026-06-30T20:22:28.041" v="117" actId="478"/>
          <ac:spMkLst>
            <pc:docMk/>
            <pc:sldMk cId="1217669096" sldId="269"/>
            <ac:spMk id="13" creationId="{881FBBC7-1542-932B-F494-81C8E7CB40C0}"/>
          </ac:spMkLst>
        </pc:spChg>
        <pc:spChg chg="del">
          <ac:chgData name="Antoine VIVIEN" userId="360f1131c864c888" providerId="LiveId" clId="{BCF8220F-FA57-4D90-A194-5A123AAEFF6E}" dt="2026-06-30T20:22:29.058" v="118" actId="478"/>
          <ac:spMkLst>
            <pc:docMk/>
            <pc:sldMk cId="1217669096" sldId="269"/>
            <ac:spMk id="14" creationId="{2BDF966A-B065-0EE5-7527-2D3587189507}"/>
          </ac:spMkLst>
        </pc:spChg>
        <pc:spChg chg="del">
          <ac:chgData name="Antoine VIVIEN" userId="360f1131c864c888" providerId="LiveId" clId="{BCF8220F-FA57-4D90-A194-5A123AAEFF6E}" dt="2026-06-30T20:22:30.508" v="119" actId="478"/>
          <ac:spMkLst>
            <pc:docMk/>
            <pc:sldMk cId="1217669096" sldId="269"/>
            <ac:spMk id="15" creationId="{CBB59F84-B5DA-D9CA-1228-5DC21D02C4AE}"/>
          </ac:spMkLst>
        </pc:spChg>
        <pc:spChg chg="del">
          <ac:chgData name="Antoine VIVIEN" userId="360f1131c864c888" providerId="LiveId" clId="{BCF8220F-FA57-4D90-A194-5A123AAEFF6E}" dt="2026-06-30T20:22:32.028" v="120" actId="478"/>
          <ac:spMkLst>
            <pc:docMk/>
            <pc:sldMk cId="1217669096" sldId="269"/>
            <ac:spMk id="16" creationId="{F81AFC32-31FA-14B3-8CF7-FCBB8BA97B07}"/>
          </ac:spMkLst>
        </pc:spChg>
      </pc:sldChg>
      <pc:sldChg chg="addSp delSp modSp add mod">
        <pc:chgData name="Antoine VIVIEN" userId="360f1131c864c888" providerId="LiveId" clId="{BCF8220F-FA57-4D90-A194-5A123AAEFF6E}" dt="2026-06-30T20:37:56.660" v="705" actId="1076"/>
        <pc:sldMkLst>
          <pc:docMk/>
          <pc:sldMk cId="91770964" sldId="270"/>
        </pc:sldMkLst>
        <pc:spChg chg="mod">
          <ac:chgData name="Antoine VIVIEN" userId="360f1131c864c888" providerId="LiveId" clId="{BCF8220F-FA57-4D90-A194-5A123AAEFF6E}" dt="2026-06-30T20:30:39.598" v="422" actId="20577"/>
          <ac:spMkLst>
            <pc:docMk/>
            <pc:sldMk cId="91770964" sldId="270"/>
            <ac:spMk id="3" creationId="{EC8923E9-3469-3315-C3A0-67367A9F9D91}"/>
          </ac:spMkLst>
        </pc:spChg>
        <pc:spChg chg="mod">
          <ac:chgData name="Antoine VIVIEN" userId="360f1131c864c888" providerId="LiveId" clId="{BCF8220F-FA57-4D90-A194-5A123AAEFF6E}" dt="2026-06-30T20:34:10.923" v="689" actId="20577"/>
          <ac:spMkLst>
            <pc:docMk/>
            <pc:sldMk cId="91770964" sldId="270"/>
            <ac:spMk id="5" creationId="{695B4A60-2604-3BE4-A29B-C9C615D31202}"/>
          </ac:spMkLst>
        </pc:spChg>
        <pc:spChg chg="del">
          <ac:chgData name="Antoine VIVIEN" userId="360f1131c864c888" providerId="LiveId" clId="{BCF8220F-FA57-4D90-A194-5A123AAEFF6E}" dt="2026-06-30T20:34:17.915" v="690" actId="478"/>
          <ac:spMkLst>
            <pc:docMk/>
            <pc:sldMk cId="91770964" sldId="270"/>
            <ac:spMk id="6" creationId="{8241E686-F2FD-D167-82DE-4A0EFD8BB649}"/>
          </ac:spMkLst>
        </pc:spChg>
        <pc:spChg chg="del">
          <ac:chgData name="Antoine VIVIEN" userId="360f1131c864c888" providerId="LiveId" clId="{BCF8220F-FA57-4D90-A194-5A123AAEFF6E}" dt="2026-06-30T20:34:20.597" v="691" actId="478"/>
          <ac:spMkLst>
            <pc:docMk/>
            <pc:sldMk cId="91770964" sldId="270"/>
            <ac:spMk id="7" creationId="{236D07AC-8260-DAF2-D60B-27E64A175E16}"/>
          </ac:spMkLst>
        </pc:spChg>
        <pc:spChg chg="del">
          <ac:chgData name="Antoine VIVIEN" userId="360f1131c864c888" providerId="LiveId" clId="{BCF8220F-FA57-4D90-A194-5A123AAEFF6E}" dt="2026-06-30T20:34:21.451" v="692" actId="478"/>
          <ac:spMkLst>
            <pc:docMk/>
            <pc:sldMk cId="91770964" sldId="270"/>
            <ac:spMk id="8" creationId="{33FC43E4-FB35-20A2-7DD1-3C469C6188BB}"/>
          </ac:spMkLst>
        </pc:spChg>
        <pc:spChg chg="del">
          <ac:chgData name="Antoine VIVIEN" userId="360f1131c864c888" providerId="LiveId" clId="{BCF8220F-FA57-4D90-A194-5A123AAEFF6E}" dt="2026-06-30T20:34:22.932" v="693" actId="478"/>
          <ac:spMkLst>
            <pc:docMk/>
            <pc:sldMk cId="91770964" sldId="270"/>
            <ac:spMk id="9" creationId="{CE785C5F-62C9-D94A-8D6B-16D6512675D9}"/>
          </ac:spMkLst>
        </pc:spChg>
        <pc:spChg chg="del">
          <ac:chgData name="Antoine VIVIEN" userId="360f1131c864c888" providerId="LiveId" clId="{BCF8220F-FA57-4D90-A194-5A123AAEFF6E}" dt="2026-06-30T20:34:24.188" v="694" actId="478"/>
          <ac:spMkLst>
            <pc:docMk/>
            <pc:sldMk cId="91770964" sldId="270"/>
            <ac:spMk id="10" creationId="{A6910530-3E61-B0AC-7B30-2CC34ABF952F}"/>
          </ac:spMkLst>
        </pc:spChg>
        <pc:spChg chg="del">
          <ac:chgData name="Antoine VIVIEN" userId="360f1131c864c888" providerId="LiveId" clId="{BCF8220F-FA57-4D90-A194-5A123AAEFF6E}" dt="2026-06-30T20:34:25.266" v="695" actId="478"/>
          <ac:spMkLst>
            <pc:docMk/>
            <pc:sldMk cId="91770964" sldId="270"/>
            <ac:spMk id="11" creationId="{73CF04BA-7A90-97DB-37A8-9AF1F18F2FA7}"/>
          </ac:spMkLst>
        </pc:spChg>
        <pc:spChg chg="mod">
          <ac:chgData name="Antoine VIVIEN" userId="360f1131c864c888" providerId="LiveId" clId="{BCF8220F-FA57-4D90-A194-5A123AAEFF6E}" dt="2026-06-30T20:30:01.577" v="362" actId="790"/>
          <ac:spMkLst>
            <pc:docMk/>
            <pc:sldMk cId="91770964" sldId="270"/>
            <ac:spMk id="13" creationId="{7ACCC895-DDF7-A37A-5863-3A33DFECB3B0}"/>
          </ac:spMkLst>
        </pc:spChg>
        <pc:spChg chg="mod">
          <ac:chgData name="Antoine VIVIEN" userId="360f1131c864c888" providerId="LiveId" clId="{BCF8220F-FA57-4D90-A194-5A123AAEFF6E}" dt="2026-06-30T20:29:51.946" v="361" actId="20577"/>
          <ac:spMkLst>
            <pc:docMk/>
            <pc:sldMk cId="91770964" sldId="270"/>
            <ac:spMk id="14" creationId="{3A98137F-F5AB-943F-D9B0-47862A43D3C5}"/>
          </ac:spMkLst>
        </pc:spChg>
        <pc:spChg chg="mod">
          <ac:chgData name="Antoine VIVIEN" userId="360f1131c864c888" providerId="LiveId" clId="{BCF8220F-FA57-4D90-A194-5A123AAEFF6E}" dt="2026-06-30T20:30:56.408" v="455" actId="20577"/>
          <ac:spMkLst>
            <pc:docMk/>
            <pc:sldMk cId="91770964" sldId="270"/>
            <ac:spMk id="16" creationId="{4075319B-A79B-50DA-1849-31052F4BB36F}"/>
          </ac:spMkLst>
        </pc:spChg>
        <pc:spChg chg="mod">
          <ac:chgData name="Antoine VIVIEN" userId="360f1131c864c888" providerId="LiveId" clId="{BCF8220F-FA57-4D90-A194-5A123AAEFF6E}" dt="2026-06-30T20:31:55.095" v="540" actId="20577"/>
          <ac:spMkLst>
            <pc:docMk/>
            <pc:sldMk cId="91770964" sldId="270"/>
            <ac:spMk id="17" creationId="{B47E9D93-B394-B3AB-06ED-94E4B4EBDD62}"/>
          </ac:spMkLst>
        </pc:spChg>
        <pc:spChg chg="mod">
          <ac:chgData name="Antoine VIVIEN" userId="360f1131c864c888" providerId="LiveId" clId="{BCF8220F-FA57-4D90-A194-5A123AAEFF6E}" dt="2026-06-30T20:32:15.631" v="569" actId="20577"/>
          <ac:spMkLst>
            <pc:docMk/>
            <pc:sldMk cId="91770964" sldId="270"/>
            <ac:spMk id="19" creationId="{E005A328-4AA1-3527-D97B-D00A92AD7E09}"/>
          </ac:spMkLst>
        </pc:spChg>
        <pc:spChg chg="mod">
          <ac:chgData name="Antoine VIVIEN" userId="360f1131c864c888" providerId="LiveId" clId="{BCF8220F-FA57-4D90-A194-5A123AAEFF6E}" dt="2026-06-30T20:32:29.197" v="602" actId="6549"/>
          <ac:spMkLst>
            <pc:docMk/>
            <pc:sldMk cId="91770964" sldId="270"/>
            <ac:spMk id="20" creationId="{3B6E67E9-948E-DDE3-4771-6EBBD32A82D4}"/>
          </ac:spMkLst>
        </pc:spChg>
        <pc:spChg chg="mod">
          <ac:chgData name="Antoine VIVIEN" userId="360f1131c864c888" providerId="LiveId" clId="{BCF8220F-FA57-4D90-A194-5A123AAEFF6E}" dt="2026-06-30T20:32:59.972" v="619" actId="20577"/>
          <ac:spMkLst>
            <pc:docMk/>
            <pc:sldMk cId="91770964" sldId="270"/>
            <ac:spMk id="22" creationId="{1F39AA17-2B0F-34DB-4B76-DAACB2D0FD43}"/>
          </ac:spMkLst>
        </pc:spChg>
        <pc:spChg chg="mod">
          <ac:chgData name="Antoine VIVIEN" userId="360f1131c864c888" providerId="LiveId" clId="{BCF8220F-FA57-4D90-A194-5A123AAEFF6E}" dt="2026-06-30T20:34:01.206" v="669" actId="20577"/>
          <ac:spMkLst>
            <pc:docMk/>
            <pc:sldMk cId="91770964" sldId="270"/>
            <ac:spMk id="23" creationId="{419B1DFC-8400-7B94-24FD-5BE6FF372D8E}"/>
          </ac:spMkLst>
        </pc:spChg>
        <pc:picChg chg="add del mod">
          <ac:chgData name="Antoine VIVIEN" userId="360f1131c864c888" providerId="LiveId" clId="{BCF8220F-FA57-4D90-A194-5A123AAEFF6E}" dt="2026-06-30T20:37:33.986" v="700" actId="478"/>
          <ac:picMkLst>
            <pc:docMk/>
            <pc:sldMk cId="91770964" sldId="270"/>
            <ac:picMk id="25" creationId="{1DF1E964-4DB5-6CA8-BC5E-068C141C3C5F}"/>
          </ac:picMkLst>
        </pc:picChg>
        <pc:picChg chg="add mod">
          <ac:chgData name="Antoine VIVIEN" userId="360f1131c864c888" providerId="LiveId" clId="{BCF8220F-FA57-4D90-A194-5A123AAEFF6E}" dt="2026-06-30T20:37:56.660" v="705" actId="1076"/>
          <ac:picMkLst>
            <pc:docMk/>
            <pc:sldMk cId="91770964" sldId="270"/>
            <ac:picMk id="27" creationId="{C238FAC1-EC53-84E0-E526-0DEA8EA357D7}"/>
          </ac:picMkLst>
        </pc:picChg>
      </pc:sldChg>
      <pc:sldChg chg="new del">
        <pc:chgData name="Antoine VIVIEN" userId="360f1131c864c888" providerId="LiveId" clId="{BCF8220F-FA57-4D90-A194-5A123AAEFF6E}" dt="2026-06-30T20:28:54.788" v="292" actId="47"/>
        <pc:sldMkLst>
          <pc:docMk/>
          <pc:sldMk cId="1916461942" sldId="270"/>
        </pc:sldMkLst>
      </pc:sldChg>
      <pc:sldChg chg="addSp delSp modSp add mod">
        <pc:chgData name="Antoine VIVIEN" userId="360f1131c864c888" providerId="LiveId" clId="{BCF8220F-FA57-4D90-A194-5A123AAEFF6E}" dt="2026-07-01T08:41:44.569" v="864" actId="1076"/>
        <pc:sldMkLst>
          <pc:docMk/>
          <pc:sldMk cId="357443429" sldId="271"/>
        </pc:sldMkLst>
        <pc:spChg chg="mod">
          <ac:chgData name="Antoine VIVIEN" userId="360f1131c864c888" providerId="LiveId" clId="{BCF8220F-FA57-4D90-A194-5A123AAEFF6E}" dt="2026-07-01T08:36:24.839" v="745" actId="20577"/>
          <ac:spMkLst>
            <pc:docMk/>
            <pc:sldMk cId="357443429" sldId="271"/>
            <ac:spMk id="3" creationId="{B8D15FE1-2A94-9BC2-6E42-77A4DFD47284}"/>
          </ac:spMkLst>
        </pc:spChg>
        <pc:spChg chg="mod">
          <ac:chgData name="Antoine VIVIEN" userId="360f1131c864c888" providerId="LiveId" clId="{BCF8220F-FA57-4D90-A194-5A123AAEFF6E}" dt="2026-07-01T08:38:08.363" v="842" actId="20577"/>
          <ac:spMkLst>
            <pc:docMk/>
            <pc:sldMk cId="357443429" sldId="271"/>
            <ac:spMk id="5" creationId="{7E645C60-13D5-4628-13A8-16178E62C223}"/>
          </ac:spMkLst>
        </pc:spChg>
        <pc:spChg chg="mod">
          <ac:chgData name="Antoine VIVIEN" userId="360f1131c864c888" providerId="LiveId" clId="{BCF8220F-FA57-4D90-A194-5A123AAEFF6E}" dt="2026-07-01T08:41:34.061" v="863" actId="1076"/>
          <ac:spMkLst>
            <pc:docMk/>
            <pc:sldMk cId="357443429" sldId="271"/>
            <ac:spMk id="12" creationId="{F9E1830A-6F4F-FD92-947F-51FE5358B8FA}"/>
          </ac:spMkLst>
        </pc:spChg>
        <pc:spChg chg="mod">
          <ac:chgData name="Antoine VIVIEN" userId="360f1131c864c888" providerId="LiveId" clId="{BCF8220F-FA57-4D90-A194-5A123AAEFF6E}" dt="2026-07-01T08:41:34.061" v="863" actId="1076"/>
          <ac:spMkLst>
            <pc:docMk/>
            <pc:sldMk cId="357443429" sldId="271"/>
            <ac:spMk id="13" creationId="{FE8FECBB-0FAC-C045-42E8-7B8CB56965CD}"/>
          </ac:spMkLst>
        </pc:spChg>
        <pc:spChg chg="mod">
          <ac:chgData name="Antoine VIVIEN" userId="360f1131c864c888" providerId="LiveId" clId="{BCF8220F-FA57-4D90-A194-5A123AAEFF6E}" dt="2026-07-01T08:41:34.061" v="863" actId="1076"/>
          <ac:spMkLst>
            <pc:docMk/>
            <pc:sldMk cId="357443429" sldId="271"/>
            <ac:spMk id="14" creationId="{ED9E89D9-8695-29ED-0427-8F606FC213BB}"/>
          </ac:spMkLst>
        </pc:spChg>
        <pc:spChg chg="mod">
          <ac:chgData name="Antoine VIVIEN" userId="360f1131c864c888" providerId="LiveId" clId="{BCF8220F-FA57-4D90-A194-5A123AAEFF6E}" dt="2026-07-01T08:41:44.569" v="864" actId="1076"/>
          <ac:spMkLst>
            <pc:docMk/>
            <pc:sldMk cId="357443429" sldId="271"/>
            <ac:spMk id="15" creationId="{8646E41E-E13C-4EBF-E744-CD334CBF9FF5}"/>
          </ac:spMkLst>
        </pc:spChg>
        <pc:spChg chg="mod">
          <ac:chgData name="Antoine VIVIEN" userId="360f1131c864c888" providerId="LiveId" clId="{BCF8220F-FA57-4D90-A194-5A123AAEFF6E}" dt="2026-07-01T08:41:44.569" v="864" actId="1076"/>
          <ac:spMkLst>
            <pc:docMk/>
            <pc:sldMk cId="357443429" sldId="271"/>
            <ac:spMk id="16" creationId="{D68654CB-E32F-780C-32F5-138C1D34CA6B}"/>
          </ac:spMkLst>
        </pc:spChg>
        <pc:spChg chg="mod">
          <ac:chgData name="Antoine VIVIEN" userId="360f1131c864c888" providerId="LiveId" clId="{BCF8220F-FA57-4D90-A194-5A123AAEFF6E}" dt="2026-07-01T08:41:44.569" v="864" actId="1076"/>
          <ac:spMkLst>
            <pc:docMk/>
            <pc:sldMk cId="357443429" sldId="271"/>
            <ac:spMk id="17" creationId="{784D1CE8-1871-5AE0-90E2-AC05456043F3}"/>
          </ac:spMkLst>
        </pc:spChg>
        <pc:spChg chg="del">
          <ac:chgData name="Antoine VIVIEN" userId="360f1131c864c888" providerId="LiveId" clId="{BCF8220F-FA57-4D90-A194-5A123AAEFF6E}" dt="2026-07-01T08:40:42.965" v="849" actId="478"/>
          <ac:spMkLst>
            <pc:docMk/>
            <pc:sldMk cId="357443429" sldId="271"/>
            <ac:spMk id="18" creationId="{21A4CBE0-E1C3-8868-D115-98DFDD5DEE4F}"/>
          </ac:spMkLst>
        </pc:spChg>
        <pc:spChg chg="del mod">
          <ac:chgData name="Antoine VIVIEN" userId="360f1131c864c888" providerId="LiveId" clId="{BCF8220F-FA57-4D90-A194-5A123AAEFF6E}" dt="2026-07-01T08:40:45.317" v="851" actId="478"/>
          <ac:spMkLst>
            <pc:docMk/>
            <pc:sldMk cId="357443429" sldId="271"/>
            <ac:spMk id="19" creationId="{0A74C200-2D41-22B2-9DA5-C0D31F335069}"/>
          </ac:spMkLst>
        </pc:spChg>
        <pc:spChg chg="del">
          <ac:chgData name="Antoine VIVIEN" userId="360f1131c864c888" providerId="LiveId" clId="{BCF8220F-FA57-4D90-A194-5A123AAEFF6E}" dt="2026-07-01T08:40:46.445" v="852" actId="478"/>
          <ac:spMkLst>
            <pc:docMk/>
            <pc:sldMk cId="357443429" sldId="271"/>
            <ac:spMk id="20" creationId="{2170CDE4-2DDE-8FD3-EF87-E9F23E916706}"/>
          </ac:spMkLst>
        </pc:spChg>
        <pc:spChg chg="del">
          <ac:chgData name="Antoine VIVIEN" userId="360f1131c864c888" providerId="LiveId" clId="{BCF8220F-FA57-4D90-A194-5A123AAEFF6E}" dt="2026-07-01T08:40:47.831" v="853" actId="478"/>
          <ac:spMkLst>
            <pc:docMk/>
            <pc:sldMk cId="357443429" sldId="271"/>
            <ac:spMk id="21" creationId="{F2A66F54-3957-8A72-9377-5FA6B430902E}"/>
          </ac:spMkLst>
        </pc:spChg>
        <pc:spChg chg="del">
          <ac:chgData name="Antoine VIVIEN" userId="360f1131c864c888" providerId="LiveId" clId="{BCF8220F-FA57-4D90-A194-5A123AAEFF6E}" dt="2026-07-01T08:40:49.183" v="854" actId="478"/>
          <ac:spMkLst>
            <pc:docMk/>
            <pc:sldMk cId="357443429" sldId="271"/>
            <ac:spMk id="22" creationId="{1E30D17F-A45F-F545-6A8C-92E33F29349F}"/>
          </ac:spMkLst>
        </pc:spChg>
        <pc:spChg chg="del">
          <ac:chgData name="Antoine VIVIEN" userId="360f1131c864c888" providerId="LiveId" clId="{BCF8220F-FA57-4D90-A194-5A123AAEFF6E}" dt="2026-07-01T08:40:50.709" v="855" actId="478"/>
          <ac:spMkLst>
            <pc:docMk/>
            <pc:sldMk cId="357443429" sldId="271"/>
            <ac:spMk id="23" creationId="{DDAD2AA0-CEA0-EF82-E17E-6B2C420EBAA0}"/>
          </ac:spMkLst>
        </pc:spChg>
        <pc:picChg chg="add mod">
          <ac:chgData name="Antoine VIVIEN" userId="360f1131c864c888" providerId="LiveId" clId="{BCF8220F-FA57-4D90-A194-5A123AAEFF6E}" dt="2026-07-01T08:39:06.773" v="845" actId="1076"/>
          <ac:picMkLst>
            <pc:docMk/>
            <pc:sldMk cId="357443429" sldId="271"/>
            <ac:picMk id="7" creationId="{E7896789-EBEF-3CF0-1B96-4355C7F0D2F1}"/>
          </ac:picMkLst>
        </pc:picChg>
        <pc:picChg chg="add mod">
          <ac:chgData name="Antoine VIVIEN" userId="360f1131c864c888" providerId="LiveId" clId="{BCF8220F-FA57-4D90-A194-5A123AAEFF6E}" dt="2026-07-01T08:40:33.862" v="848" actId="1076"/>
          <ac:picMkLst>
            <pc:docMk/>
            <pc:sldMk cId="357443429" sldId="271"/>
            <ac:picMk id="9" creationId="{680E2317-4DCD-6693-908E-606FAF7BCFE6}"/>
          </ac:picMkLst>
        </pc:picChg>
        <pc:picChg chg="del">
          <ac:chgData name="Antoine VIVIEN" userId="360f1131c864c888" providerId="LiveId" clId="{BCF8220F-FA57-4D90-A194-5A123AAEFF6E}" dt="2026-07-01T08:36:29.317" v="746" actId="478"/>
          <ac:picMkLst>
            <pc:docMk/>
            <pc:sldMk cId="357443429" sldId="271"/>
            <ac:picMk id="27" creationId="{8A8B6C51-95E0-9908-7B1B-18F630A19BAE}"/>
          </ac:picMkLst>
        </pc:picChg>
      </pc:sldChg>
      <pc:sldChg chg="addSp delSp modSp add mod ord">
        <pc:chgData name="Antoine VIVIEN" userId="360f1131c864c888" providerId="LiveId" clId="{BCF8220F-FA57-4D90-A194-5A123AAEFF6E}" dt="2026-07-01T08:59:09.408" v="1494" actId="20577"/>
        <pc:sldMkLst>
          <pc:docMk/>
          <pc:sldMk cId="3181075057" sldId="272"/>
        </pc:sldMkLst>
        <pc:spChg chg="mod">
          <ac:chgData name="Antoine VIVIEN" userId="360f1131c864c888" providerId="LiveId" clId="{BCF8220F-FA57-4D90-A194-5A123AAEFF6E}" dt="2026-07-01T08:47:16.246" v="898" actId="20577"/>
          <ac:spMkLst>
            <pc:docMk/>
            <pc:sldMk cId="3181075057" sldId="272"/>
            <ac:spMk id="3" creationId="{63EBB1A5-98D5-6F68-B42B-B0F1E0AC995B}"/>
          </ac:spMkLst>
        </pc:spChg>
        <pc:spChg chg="mod">
          <ac:chgData name="Antoine VIVIEN" userId="360f1131c864c888" providerId="LiveId" clId="{BCF8220F-FA57-4D90-A194-5A123AAEFF6E}" dt="2026-07-01T08:48:07.270" v="928" actId="20577"/>
          <ac:spMkLst>
            <pc:docMk/>
            <pc:sldMk cId="3181075057" sldId="272"/>
            <ac:spMk id="6" creationId="{15034B4A-5358-370C-F962-49FF9950F2F6}"/>
          </ac:spMkLst>
        </pc:spChg>
        <pc:spChg chg="del mod">
          <ac:chgData name="Antoine VIVIEN" userId="360f1131c864c888" providerId="LiveId" clId="{BCF8220F-FA57-4D90-A194-5A123AAEFF6E}" dt="2026-07-01T08:47:42.157" v="919" actId="478"/>
          <ac:spMkLst>
            <pc:docMk/>
            <pc:sldMk cId="3181075057" sldId="272"/>
            <ac:spMk id="7" creationId="{11227BDA-4522-BA9A-58C1-44D1A726CB74}"/>
          </ac:spMkLst>
        </pc:spChg>
        <pc:spChg chg="add del mod">
          <ac:chgData name="Antoine VIVIEN" userId="360f1131c864c888" providerId="LiveId" clId="{BCF8220F-FA57-4D90-A194-5A123AAEFF6E}" dt="2026-07-01T08:48:34.557" v="947" actId="20577"/>
          <ac:spMkLst>
            <pc:docMk/>
            <pc:sldMk cId="3181075057" sldId="272"/>
            <ac:spMk id="10" creationId="{ABAE440C-E767-E819-38C7-BC6835C1AA82}"/>
          </ac:spMkLst>
        </pc:spChg>
        <pc:spChg chg="mod">
          <ac:chgData name="Antoine VIVIEN" userId="360f1131c864c888" providerId="LiveId" clId="{BCF8220F-FA57-4D90-A194-5A123AAEFF6E}" dt="2026-07-01T08:52:04.668" v="1059" actId="20577"/>
          <ac:spMkLst>
            <pc:docMk/>
            <pc:sldMk cId="3181075057" sldId="272"/>
            <ac:spMk id="11" creationId="{97F826DE-7D42-CC59-D072-BF1CB2C93C32}"/>
          </ac:spMkLst>
        </pc:spChg>
        <pc:spChg chg="mod">
          <ac:chgData name="Antoine VIVIEN" userId="360f1131c864c888" providerId="LiveId" clId="{BCF8220F-FA57-4D90-A194-5A123AAEFF6E}" dt="2026-07-01T08:53:03.939" v="1087" actId="20577"/>
          <ac:spMkLst>
            <pc:docMk/>
            <pc:sldMk cId="3181075057" sldId="272"/>
            <ac:spMk id="14" creationId="{6EAB5E7D-AA71-E667-7176-BDBDAD211E9B}"/>
          </ac:spMkLst>
        </pc:spChg>
        <pc:spChg chg="mod">
          <ac:chgData name="Antoine VIVIEN" userId="360f1131c864c888" providerId="LiveId" clId="{BCF8220F-FA57-4D90-A194-5A123AAEFF6E}" dt="2026-07-01T08:53:33.345" v="1166" actId="20577"/>
          <ac:spMkLst>
            <pc:docMk/>
            <pc:sldMk cId="3181075057" sldId="272"/>
            <ac:spMk id="15" creationId="{15681305-D8B0-E730-3FC5-3E2C94A5FE9F}"/>
          </ac:spMkLst>
        </pc:spChg>
        <pc:spChg chg="mod">
          <ac:chgData name="Antoine VIVIEN" userId="360f1131c864c888" providerId="LiveId" clId="{BCF8220F-FA57-4D90-A194-5A123AAEFF6E}" dt="2026-07-01T08:54:14.601" v="1262" actId="1076"/>
          <ac:spMkLst>
            <pc:docMk/>
            <pc:sldMk cId="3181075057" sldId="272"/>
            <ac:spMk id="18" creationId="{9130C0BF-B103-6A3F-F0E5-74D0ACF6E5FD}"/>
          </ac:spMkLst>
        </pc:spChg>
        <pc:spChg chg="del">
          <ac:chgData name="Antoine VIVIEN" userId="360f1131c864c888" providerId="LiveId" clId="{BCF8220F-FA57-4D90-A194-5A123AAEFF6E}" dt="2026-07-01T08:54:11.591" v="1261" actId="478"/>
          <ac:spMkLst>
            <pc:docMk/>
            <pc:sldMk cId="3181075057" sldId="272"/>
            <ac:spMk id="19" creationId="{6AA0DEFE-8B1F-FAFB-364D-105D49F56936}"/>
          </ac:spMkLst>
        </pc:spChg>
        <pc:spChg chg="mod">
          <ac:chgData name="Antoine VIVIEN" userId="360f1131c864c888" providerId="LiveId" clId="{BCF8220F-FA57-4D90-A194-5A123AAEFF6E}" dt="2026-07-01T08:55:07.308" v="1287" actId="20577"/>
          <ac:spMkLst>
            <pc:docMk/>
            <pc:sldMk cId="3181075057" sldId="272"/>
            <ac:spMk id="22" creationId="{0724B748-6F0B-8D11-BAAF-FC692B61AE4B}"/>
          </ac:spMkLst>
        </pc:spChg>
        <pc:spChg chg="mod">
          <ac:chgData name="Antoine VIVIEN" userId="360f1131c864c888" providerId="LiveId" clId="{BCF8220F-FA57-4D90-A194-5A123AAEFF6E}" dt="2026-07-01T08:55:17.933" v="1321" actId="313"/>
          <ac:spMkLst>
            <pc:docMk/>
            <pc:sldMk cId="3181075057" sldId="272"/>
            <ac:spMk id="23" creationId="{3D92F569-6611-8D40-2B54-DABDF1E41967}"/>
          </ac:spMkLst>
        </pc:spChg>
        <pc:spChg chg="mod">
          <ac:chgData name="Antoine VIVIEN" userId="360f1131c864c888" providerId="LiveId" clId="{BCF8220F-FA57-4D90-A194-5A123AAEFF6E}" dt="2026-07-01T08:55:34.511" v="1352" actId="20577"/>
          <ac:spMkLst>
            <pc:docMk/>
            <pc:sldMk cId="3181075057" sldId="272"/>
            <ac:spMk id="26" creationId="{8B2091C9-A13D-E3C6-2CCB-88EB7B96C7F8}"/>
          </ac:spMkLst>
        </pc:spChg>
        <pc:spChg chg="mod">
          <ac:chgData name="Antoine VIVIEN" userId="360f1131c864c888" providerId="LiveId" clId="{BCF8220F-FA57-4D90-A194-5A123AAEFF6E}" dt="2026-07-01T08:56:44.515" v="1441" actId="20577"/>
          <ac:spMkLst>
            <pc:docMk/>
            <pc:sldMk cId="3181075057" sldId="272"/>
            <ac:spMk id="27" creationId="{A4B82182-32EF-8359-0120-118B37C4E983}"/>
          </ac:spMkLst>
        </pc:spChg>
        <pc:spChg chg="mod">
          <ac:chgData name="Antoine VIVIEN" userId="360f1131c864c888" providerId="LiveId" clId="{BCF8220F-FA57-4D90-A194-5A123AAEFF6E}" dt="2026-07-01T08:58:22.993" v="1476" actId="1076"/>
          <ac:spMkLst>
            <pc:docMk/>
            <pc:sldMk cId="3181075057" sldId="272"/>
            <ac:spMk id="28" creationId="{C064BE48-007B-847A-AA68-496D7EAFBD69}"/>
          </ac:spMkLst>
        </pc:spChg>
        <pc:spChg chg="mod">
          <ac:chgData name="Antoine VIVIEN" userId="360f1131c864c888" providerId="LiveId" clId="{BCF8220F-FA57-4D90-A194-5A123AAEFF6E}" dt="2026-07-01T08:58:27.452" v="1477" actId="1076"/>
          <ac:spMkLst>
            <pc:docMk/>
            <pc:sldMk cId="3181075057" sldId="272"/>
            <ac:spMk id="30" creationId="{EABDD7EA-57BB-A668-8BD4-710E2B86FB3D}"/>
          </ac:spMkLst>
        </pc:spChg>
        <pc:spChg chg="del">
          <ac:chgData name="Antoine VIVIEN" userId="360f1131c864c888" providerId="LiveId" clId="{BCF8220F-FA57-4D90-A194-5A123AAEFF6E}" dt="2026-07-01T08:58:20.069" v="1474" actId="478"/>
          <ac:spMkLst>
            <pc:docMk/>
            <pc:sldMk cId="3181075057" sldId="272"/>
            <ac:spMk id="31" creationId="{27AB6D5A-1C5D-B631-E43F-DB4ECDCDF8B8}"/>
          </ac:spMkLst>
        </pc:spChg>
        <pc:spChg chg="mod">
          <ac:chgData name="Antoine VIVIEN" userId="360f1131c864c888" providerId="LiveId" clId="{BCF8220F-FA57-4D90-A194-5A123AAEFF6E}" dt="2026-07-01T08:59:09.408" v="1494" actId="20577"/>
          <ac:spMkLst>
            <pc:docMk/>
            <pc:sldMk cId="3181075057" sldId="272"/>
            <ac:spMk id="37" creationId="{166F4E4C-4C26-3434-AF58-1DEABB64A746}"/>
          </ac:spMkLst>
        </pc:spChg>
        <pc:spChg chg="del">
          <ac:chgData name="Antoine VIVIEN" userId="360f1131c864c888" providerId="LiveId" clId="{BCF8220F-FA57-4D90-A194-5A123AAEFF6E}" dt="2026-07-01T08:58:31.648" v="1478" actId="478"/>
          <ac:spMkLst>
            <pc:docMk/>
            <pc:sldMk cId="3181075057" sldId="272"/>
            <ac:spMk id="39" creationId="{55C0BC0C-2464-E55D-A120-2B56834A4E99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 de test</c:v>
                </c:pt>
              </c:strCache>
            </c:strRef>
          </c:tx>
          <c:spPr>
            <a:solidFill>
              <a:srgbClr val="00E5F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AUTH</c:v>
                </c:pt>
                <c:pt idx="1">
                  <c:v>PLAYER</c:v>
                </c:pt>
                <c:pt idx="2">
                  <c:v>STATE</c:v>
                </c:pt>
                <c:pt idx="3">
                  <c:v>FRONTEND</c:v>
                </c:pt>
                <c:pt idx="4">
                  <c:v>JEU</c:v>
                </c:pt>
                <c:pt idx="5">
                  <c:v>SECURITE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12</c:v>
                </c:pt>
                <c:pt idx="2">
                  <c:v>7</c:v>
                </c:pt>
                <c:pt idx="3">
                  <c:v>11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E-49FB-9EBA-BA2C6EB63C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293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5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3365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d'introduction — présenter l'équipe et le contexte du projet.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concept narratif cyberpunk et les caractéristiques principales du jeu.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ACCA4-6350-E654-1441-911EC0C70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3844E2-E9FB-4DD4-458B-BEB324866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E8C4B1-6032-03D8-D225-124066DB5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concept narratif cyberpunk et les caractéristiques principales du jeu.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BB742-A7F6-E659-4D69-B4A95154AB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65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DD982-E6AA-A6C8-984C-20420965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C4FEAC-3815-9A7B-3786-49A1DB94E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0F548-42E9-DE38-0525-82C4BF073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 concept narratif cyberpunk et les caractéristiques principales du jeu.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C0B89-BF7B-644E-706D-0BE6589F4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868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les 3 couches : frontend (navigateur + Phaser), backend (Node/Express), BDD (PostgreSQL).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cohérence de la stack : tout JS côté frontend + backend, PostgreSQL pour la persistance.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bcrypt et JWT — sécurité standard industriel. Les requêtes paramétrées évitent toute injection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slots de sauvegarde = 3 personnages max. L'inventaire est créé automatiquement côté backend lors du POST /api/player.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Phaser.js est le coeur du jeu. Insister sur la sauvegarde serveur (pas localStorage) et la grille de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pages HTML dédiées. La navbar s'adapte selon l'état de connexion. La langue est persistée en localStorage.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8024-A5E3-5546-20B6-AA6492F2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1D27CC-D3A1-EE02-8C26-84CE84F97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B1D706-701F-AB11-6EA0-36A13293C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d'introduction — présenter l'équipe et le contexte du projet.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94B56-2029-7530-F378-B74A704457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427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7D2C4-F1E9-F81B-6457-0F53A34F1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6A58D-CE75-3D7D-A528-9906D81EF8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D677A-4DC2-E076-553C-B4955FB5DC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évolutions sont priorisées : combat et inventaire en premier pour compléter le gameplay.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B3455-F40E-8E84-C2AA-8525A50813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458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 cas couvrent : AUTH, PLAYER, STATE, FRONTEND, JEU et SÉCURITÉ. Tous les P1 et P2 sont bloquants pour la livraison.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évolutions sont priorisées : combat et inventaire en premier pour compléter le gameplay.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Résumer les points clés, ouvrir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0B14"/>
          </a:solidFill>
          <a:ln w="12700">
            <a:solidFill>
              <a:srgbClr val="070B1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991856" y="5088636"/>
            <a:ext cx="1152144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9089136" y="404622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0" y="5088636"/>
            <a:ext cx="10972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0" y="4046220"/>
            <a:ext cx="54864" cy="10972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5943600" y="182880"/>
            <a:ext cx="4114800" cy="4114800"/>
          </a:xfrm>
          <a:prstGeom prst="ellipse">
            <a:avLst/>
          </a:prstGeom>
          <a:solidFill>
            <a:srgbClr val="A855F7">
              <a:alpha val="12000"/>
            </a:srgbClr>
          </a:solidFill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-457200" y="2286000"/>
            <a:ext cx="2743200" cy="2743200"/>
          </a:xfrm>
          <a:prstGeom prst="ellipse">
            <a:avLst/>
          </a:prstGeom>
          <a:solidFill>
            <a:srgbClr val="00E5FF">
              <a:alpha val="10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100584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NEUROPULSE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2560320" y="2331720"/>
            <a:ext cx="4023360" cy="457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48640" y="24688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RPG Cyberpunk 2D — Présentation du projet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286000" y="3291840"/>
            <a:ext cx="4572000" cy="685800"/>
          </a:xfrm>
          <a:prstGeom prst="roundRect">
            <a:avLst>
              <a:gd name="adj" fmla="val 10667"/>
            </a:avLst>
          </a:prstGeom>
          <a:solidFill>
            <a:srgbClr val="0D1526"/>
          </a:solidFill>
          <a:ln w="127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286000" y="32918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SILLAIRE  ·  A. VIVIEN  ·  O. LAADRAOUI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juin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L'HISTOIRE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humain confronté à une IA génératrice qui lui a volé son emploi. Son objectif : découvrir ses failles et la vaincre.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 cyberpunk · Atmosphère narrative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3154680"/>
            <a:ext cx="3383280" cy="0"/>
          </a:xfrm>
          <a:prstGeom prst="line">
            <a:avLst/>
          </a:prstGeom>
          <a:noFill/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48640" y="3246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RPG / Aventure 2D top-down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611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Single-player avec compte en ligne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: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HTML5 (ordinateur)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05156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029200" y="108813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13441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Phaser.js 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46320" y="192024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029200" y="19568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221284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3×3 zones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2400×1800 px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46320" y="278892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029200" y="28254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308152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Côté serveur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(PostgreSQL)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846320" y="365760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0" y="36941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395020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3 slots</a:t>
            </a:r>
            <a:endParaRPr lang="en-US" sz="1400" dirty="0"/>
          </a:p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joueur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CB6927-59E5-28AE-C18B-DD10B105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5731BD3-4A27-992F-759A-301DC01ABB1B}"/>
              </a:ext>
            </a:extLst>
          </p:cNvPr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C8923E9-3469-3315-C3A0-67367A9F9D91}"/>
              </a:ext>
            </a:extLst>
          </p:cNvPr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F4544DB-4A16-75A0-1246-365682061D49}"/>
              </a:ext>
            </a:extLst>
          </p:cNvPr>
          <p:cNvSpPr/>
          <p:nvPr/>
        </p:nvSpPr>
        <p:spPr>
          <a:xfrm>
            <a:off x="365760" y="105156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5B4A60-2604-3BE4-A29B-C9C615D31202}"/>
              </a:ext>
            </a:extLst>
          </p:cNvPr>
          <p:cNvSpPr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tableau Kanban</a:t>
            </a: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132A2A1-228E-0E03-EFD9-DC2A254E269B}"/>
              </a:ext>
            </a:extLst>
          </p:cNvPr>
          <p:cNvSpPr/>
          <p:nvPr/>
        </p:nvSpPr>
        <p:spPr>
          <a:xfrm>
            <a:off x="4846320" y="105156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ACCC895-DDF7-A37A-5863-3A33DFECB3B0}"/>
              </a:ext>
            </a:extLst>
          </p:cNvPr>
          <p:cNvSpPr/>
          <p:nvPr/>
        </p:nvSpPr>
        <p:spPr>
          <a:xfrm>
            <a:off x="5029200" y="108813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des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A98137F-F5AB-943F-D9B0-47862A43D3C5}"/>
              </a:ext>
            </a:extLst>
          </p:cNvPr>
          <p:cNvSpPr/>
          <p:nvPr/>
        </p:nvSpPr>
        <p:spPr>
          <a:xfrm>
            <a:off x="5029200" y="13441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Codeberg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713C0921-2501-D49B-02F5-78B80ABB0399}"/>
              </a:ext>
            </a:extLst>
          </p:cNvPr>
          <p:cNvSpPr/>
          <p:nvPr/>
        </p:nvSpPr>
        <p:spPr>
          <a:xfrm>
            <a:off x="4846320" y="192024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075319B-A79B-50DA-1849-31052F4BB36F}"/>
              </a:ext>
            </a:extLst>
          </p:cNvPr>
          <p:cNvSpPr/>
          <p:nvPr/>
        </p:nvSpPr>
        <p:spPr>
          <a:xfrm>
            <a:off x="5029200" y="19568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attribués</a:t>
            </a:r>
            <a:endParaRPr lang="en-US" sz="1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B47E9D93-B394-B3AB-06ED-94E4B4EBDD62}"/>
              </a:ext>
            </a:extLst>
          </p:cNvPr>
          <p:cNvSpPr/>
          <p:nvPr/>
        </p:nvSpPr>
        <p:spPr>
          <a:xfrm>
            <a:off x="5029200" y="221284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 – PO / Noah – SM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–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Développeur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testeur</a:t>
            </a:r>
            <a:endParaRPr lang="en-US" sz="12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901CEB0-E6EA-8C89-A5D7-E80D49F6313D}"/>
              </a:ext>
            </a:extLst>
          </p:cNvPr>
          <p:cNvSpPr/>
          <p:nvPr/>
        </p:nvSpPr>
        <p:spPr>
          <a:xfrm>
            <a:off x="4846320" y="278892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005A328-4AA1-3527-D97B-D00A92AD7E09}"/>
              </a:ext>
            </a:extLst>
          </p:cNvPr>
          <p:cNvSpPr/>
          <p:nvPr/>
        </p:nvSpPr>
        <p:spPr>
          <a:xfrm>
            <a:off x="5029200" y="282549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</a:t>
            </a:r>
            <a:endParaRPr lang="en-US" sz="1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B6E67E9-948E-DDE3-4771-6EBBD32A82D4}"/>
              </a:ext>
            </a:extLst>
          </p:cNvPr>
          <p:cNvSpPr/>
          <p:nvPr/>
        </p:nvSpPr>
        <p:spPr>
          <a:xfrm>
            <a:off x="5029200" y="308152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d’un tableau Kanban</a:t>
            </a:r>
            <a:endParaRPr lang="en-US" sz="140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621EE68-9164-8B0C-17DB-85E4972EEA41}"/>
              </a:ext>
            </a:extLst>
          </p:cNvPr>
          <p:cNvSpPr/>
          <p:nvPr/>
        </p:nvSpPr>
        <p:spPr>
          <a:xfrm>
            <a:off x="4846320" y="365760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F39AA17-2B0F-34DB-4B76-DAACB2D0FD43}"/>
              </a:ext>
            </a:extLst>
          </p:cNvPr>
          <p:cNvSpPr/>
          <p:nvPr/>
        </p:nvSpPr>
        <p:spPr>
          <a:xfrm>
            <a:off x="5029200" y="36941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Méthodes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agiles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19B1DFC-8400-7B94-24FD-5BE6FF372D8E}"/>
              </a:ext>
            </a:extLst>
          </p:cNvPr>
          <p:cNvSpPr/>
          <p:nvPr/>
        </p:nvSpPr>
        <p:spPr>
          <a:xfrm>
            <a:off x="5029200" y="395020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 et explications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lors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d’ajouts</a:t>
            </a:r>
            <a:endParaRPr lang="en-US" sz="14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C238FAC1-EC53-84E0-E526-0DEA8EA35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23" y="1600200"/>
            <a:ext cx="3174274" cy="273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70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CC75E0-94D4-B7CE-A513-EBBF444D2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448CBA9-3903-8B0D-886B-A975DB62AE5D}"/>
              </a:ext>
            </a:extLst>
          </p:cNvPr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D15FE1-2A94-9BC2-6E42-77A4DFD47284}"/>
              </a:ext>
            </a:extLst>
          </p:cNvPr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et maquettes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A973002-66A5-B1DE-65EE-8F9A4CAA4055}"/>
              </a:ext>
            </a:extLst>
          </p:cNvPr>
          <p:cNvSpPr/>
          <p:nvPr/>
        </p:nvSpPr>
        <p:spPr>
          <a:xfrm>
            <a:off x="365760" y="1051560"/>
            <a:ext cx="4114800" cy="3474720"/>
          </a:xfrm>
          <a:prstGeom prst="roundRect">
            <a:avLst>
              <a:gd name="adj" fmla="val 3158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645C60-13D5-4628-13A8-16178E62C223}"/>
              </a:ext>
            </a:extLst>
          </p:cNvPr>
          <p:cNvSpPr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9E1830A-6F4F-FD92-947F-51FE5358B8FA}"/>
              </a:ext>
            </a:extLst>
          </p:cNvPr>
          <p:cNvSpPr/>
          <p:nvPr/>
        </p:nvSpPr>
        <p:spPr>
          <a:xfrm>
            <a:off x="4786283" y="2944368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8FECBB-0FAC-C045-42E8-7B8CB56965CD}"/>
              </a:ext>
            </a:extLst>
          </p:cNvPr>
          <p:cNvSpPr/>
          <p:nvPr/>
        </p:nvSpPr>
        <p:spPr>
          <a:xfrm>
            <a:off x="4969163" y="29809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Réalisation</a:t>
            </a:r>
            <a:r>
              <a:rPr lang="en-US" sz="10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maquettes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D9E89D9-8695-29ED-0427-8F606FC213BB}"/>
              </a:ext>
            </a:extLst>
          </p:cNvPr>
          <p:cNvSpPr/>
          <p:nvPr/>
        </p:nvSpPr>
        <p:spPr>
          <a:xfrm>
            <a:off x="4969163" y="32369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Figma</a:t>
            </a:r>
            <a:endParaRPr lang="en-US" sz="14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646E41E-E13C-4EBF-E744-CD334CBF9FF5}"/>
              </a:ext>
            </a:extLst>
          </p:cNvPr>
          <p:cNvSpPr/>
          <p:nvPr/>
        </p:nvSpPr>
        <p:spPr>
          <a:xfrm>
            <a:off x="4786283" y="1759730"/>
            <a:ext cx="3931920" cy="749808"/>
          </a:xfrm>
          <a:prstGeom prst="roundRect">
            <a:avLst>
              <a:gd name="adj" fmla="val 9756"/>
            </a:avLst>
          </a:prstGeom>
          <a:solidFill>
            <a:srgbClr val="111D35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68654CB-E32F-780C-32F5-138C1D34CA6B}"/>
              </a:ext>
            </a:extLst>
          </p:cNvPr>
          <p:cNvSpPr/>
          <p:nvPr/>
        </p:nvSpPr>
        <p:spPr>
          <a:xfrm>
            <a:off x="4969163" y="179630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kern="0" spc="200" dirty="0" err="1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Réunions</a:t>
            </a:r>
            <a:endParaRPr lang="en-US" sz="10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84D1CE8-1871-5AE0-90E2-AC05456043F3}"/>
              </a:ext>
            </a:extLst>
          </p:cNvPr>
          <p:cNvSpPr/>
          <p:nvPr/>
        </p:nvSpPr>
        <p:spPr>
          <a:xfrm>
            <a:off x="4969163" y="205233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wireframes</a:t>
            </a:r>
            <a:endParaRPr lang="en-US" sz="12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E7896789-EBEF-3CF0-1B96-4355C7F0D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77" y="1404836"/>
            <a:ext cx="3326966" cy="1210348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680E2317-4DCD-6693-908E-606FAF7BC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483" y="2725505"/>
            <a:ext cx="3549453" cy="1336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43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0D1526"/>
          </a:solidFill>
          <a:ln w="254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417320" y="1097280"/>
            <a:ext cx="640080" cy="64008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FRONTEND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JavaScript ES6+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194560" cy="0"/>
          </a:xfrm>
          <a:prstGeom prst="line">
            <a:avLst/>
          </a:prstGeom>
          <a:noFill/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Phaser.js 3 (moteur de jeu)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pages web · i18n FR/EN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0D1526"/>
          </a:solidFill>
          <a:ln w="254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343400" y="1097280"/>
            <a:ext cx="640080" cy="640080"/>
          </a:xfrm>
          <a:prstGeom prst="ellipse">
            <a:avLst/>
          </a:prstGeom>
          <a:solidFill>
            <a:srgbClr val="A855F7">
              <a:alpha val="85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38328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BACKEND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2423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Express.js 5.x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66160" y="3017520"/>
            <a:ext cx="219456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83280" y="3108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(port 3000)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 · Routes auth + player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005840"/>
            <a:ext cx="2743200" cy="3474720"/>
          </a:xfrm>
          <a:prstGeom prst="roundRect">
            <a:avLst>
              <a:gd name="adj" fmla="val 4000"/>
            </a:avLst>
          </a:prstGeom>
          <a:solidFill>
            <a:srgbClr val="0D1526"/>
          </a:solidFill>
          <a:ln w="25400">
            <a:solidFill>
              <a:srgbClr val="22C55E"/>
            </a:solidFill>
            <a:prstDash val="solid"/>
          </a:ln>
          <a:effectLst>
            <a:outerShdw blurRad="127000" dist="38100" dir="27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7269480" y="1097280"/>
            <a:ext cx="640080" cy="640080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30936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BASE DE DONNÉES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4231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≥ 14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3017520"/>
            <a:ext cx="2194560" cy="0"/>
          </a:xfrm>
          <a:prstGeom prst="line">
            <a:avLst/>
          </a:prstGeom>
          <a:noFill/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309360" y="3108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tables · ON DELETE CASCADE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de progression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08960" y="274320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6035040" y="2743200"/>
            <a:ext cx="1828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HTTP/REST · JSON · JWT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3886200"/>
          </a:xfrm>
          <a:prstGeom prst="roundRect">
            <a:avLst>
              <a:gd name="adj" fmla="val 3509"/>
            </a:avLst>
          </a:prstGeom>
          <a:solidFill>
            <a:srgbClr val="0D1526"/>
          </a:solidFill>
          <a:ln w="12700">
            <a:solidFill>
              <a:srgbClr val="A855F7"/>
            </a:solidFill>
            <a:prstDash val="solid"/>
          </a:ln>
          <a:effectLst>
            <a:outerShdw blurRad="1270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02412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240280" cy="0"/>
          </a:xfrm>
          <a:prstGeom prst="line">
            <a:avLst/>
          </a:prstGeom>
          <a:noFill/>
          <a:ln w="12700">
            <a:solidFill>
              <a:srgbClr val="A855F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2331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5.x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(salt ×10)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jsonwebtoken 9.x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/ node-</a:t>
            </a:r>
            <a:r>
              <a:rPr lang="en-US" sz="16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dotenv</a:t>
            </a: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6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6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108960" y="960120"/>
            <a:ext cx="2606040" cy="3886200"/>
          </a:xfrm>
          <a:prstGeom prst="roundRect">
            <a:avLst>
              <a:gd name="adj" fmla="val 3509"/>
            </a:avLst>
          </a:prstGeom>
          <a:solidFill>
            <a:srgbClr val="0D1526"/>
          </a:solidFill>
          <a:ln w="127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00400" y="102412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463040"/>
            <a:ext cx="2240280" cy="0"/>
          </a:xfrm>
          <a:prstGeom prst="line">
            <a:avLst/>
          </a:prstGeom>
          <a:noFill/>
          <a:ln w="12700">
            <a:solidFill>
              <a:srgbClr val="00E5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246120" y="1554480"/>
            <a:ext cx="2331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Bootstrap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ES6+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Phaser.js 3 (moteur jeu)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(session)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 API REST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52160" y="960120"/>
            <a:ext cx="2606040" cy="3886200"/>
          </a:xfrm>
          <a:prstGeom prst="roundRect">
            <a:avLst>
              <a:gd name="adj" fmla="val 3509"/>
            </a:avLst>
          </a:prstGeom>
          <a:solidFill>
            <a:srgbClr val="0D1526"/>
          </a:solidFill>
          <a:ln w="12700">
            <a:solidFill>
              <a:srgbClr val="22C55E"/>
            </a:solidFill>
            <a:prstDash val="solid"/>
          </a:ln>
          <a:effectLst>
            <a:outerShdw blurRad="127000" dist="38100" dir="27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0" y="1024128"/>
            <a:ext cx="2423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&amp; OUTILS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240280" cy="0"/>
          </a:xfrm>
          <a:prstGeom prst="line">
            <a:avLst/>
          </a:prstGeom>
          <a:noFill/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989320" y="1554480"/>
            <a:ext cx="2331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</a:t>
            </a: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Codeberg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WAMP / XAMPP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/ Insomnia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/ package.json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nodemon (rechargement auto)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&amp; Sécurité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75488" y="134416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75488" y="1344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24128" y="1124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50876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unicité email + pseudo · Retour d'erreur explicite si doublon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75488" y="262432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75488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24048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78892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hash bcrypt (salt factor 10) · Retour JWT 24h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61188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75488" y="390448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5488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24128" y="368503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JWT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406908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Stocké en localStorage · Envoyé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header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105156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773168" y="134416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773168" y="1344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21808" y="1124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21808" y="150876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et injecte req.user sur toutes les routes /api/player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33172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73168" y="262432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773168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21808" y="24048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Déconnexion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21808" y="278892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Côté client — suppression du token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3611880"/>
            <a:ext cx="4069080" cy="1097280"/>
          </a:xfrm>
          <a:prstGeom prst="roundRect">
            <a:avLst>
              <a:gd name="adj" fmla="val 8333"/>
            </a:avLst>
          </a:prstGeom>
          <a:solidFill>
            <a:srgbClr val="0D1526"/>
          </a:solidFill>
          <a:ln w="12700">
            <a:solidFill>
              <a:srgbClr val="00E5FF">
                <a:alpha val="5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4773168" y="3904488"/>
            <a:ext cx="457200" cy="457200"/>
          </a:xfrm>
          <a:prstGeom prst="ellipse">
            <a:avLst/>
          </a:prstGeom>
          <a:solidFill>
            <a:srgbClr val="00E5FF">
              <a:alpha val="85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773168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21808" y="368503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Anti-injection SQL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21808" y="4069080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paramétrées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node-postgres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Personnages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119786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1978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08813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slots de sauvegarde par utilisateur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57200" y="197510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7200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60120" y="186537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: nom, prénom, genre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60604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57200" y="275234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7200" y="275234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264261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et suppression de personnage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383280"/>
            <a:ext cx="5029200" cy="658368"/>
          </a:xfrm>
          <a:prstGeom prst="roundRect">
            <a:avLst>
              <a:gd name="adj" fmla="val 1111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57200" y="3529584"/>
            <a:ext cx="347472" cy="347472"/>
          </a:xfrm>
          <a:prstGeom prst="roundRect">
            <a:avLst>
              <a:gd name="adj" fmla="val 13158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57200" y="35295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0120" y="3419856"/>
            <a:ext cx="429768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des données entre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300" dirty="0"/>
          </a:p>
          <a:p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(403/404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non </a:t>
            </a:r>
            <a:r>
              <a:rPr lang="en-US" sz="13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autorisé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3068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0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23560" y="10515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0D1526"/>
          </a:solidFill>
          <a:ln w="12700">
            <a:solidFill>
              <a:srgbClr val="00E5FF"/>
            </a:solidFill>
            <a:prstDash val="solid"/>
          </a:ln>
          <a:effectLst>
            <a:outerShdw blurRad="127000" dist="38100" dir="27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715000" y="11430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DÉDIÉES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60720" y="16002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5760720" y="16002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character_save.html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60720" y="22860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5760720" y="22860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create_character.html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60720" y="2971800"/>
            <a:ext cx="2880360" cy="502920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00E5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760720" y="29718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edit_character.html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715000" y="37033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: CRUD complet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(POST / GET / PUT / DELETE)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de Jeu — Phaser.js 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02920" y="10972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monde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3×3 de zones · 2400×1800 px totaux ·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zone fait 800×600 px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Déplacements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ZQSD + touches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directionnelles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02920" y="301752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33756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Spritesheet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course (4 directions)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02920" y="397764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429768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Hitbox via background_hitbox.png · Murs et bords de zone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10972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 de zone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141732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caméra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Repositionnement automatique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00600" y="205740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pause (ESC)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23774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 · Reprendre ou Menu Principal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800600" y="301752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33756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pos_x, pos_y, zone_x,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zone_y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800600" y="397764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Auto-save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429768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automatique à la fermeture de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l'onglet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 · Navbar dynamique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0604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login.html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9748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60604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connexion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register.html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75488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inscription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05156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903720" y="11887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character_save.html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95160" y="169164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903720" y="178308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des slots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5720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create_character.html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5720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personnage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1460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60604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edit_character.html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9748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60604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 personnage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75488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settings.html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75488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· Langue · Contrôles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2280" y="269748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903720" y="28346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E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guide.html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1600200" cy="0"/>
          </a:xfrm>
          <a:prstGeom prst="line">
            <a:avLst/>
          </a:prstGeom>
          <a:noFill/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6903720" y="3429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du jeu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98C5E-8C8F-DB87-3358-82A2390F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9A65091-9853-3378-0D2E-A9AAE598B37E}"/>
              </a:ext>
            </a:extLst>
          </p:cNvPr>
          <p:cNvSpPr/>
          <p:nvPr/>
        </p:nvSpPr>
        <p:spPr>
          <a:xfrm>
            <a:off x="0" y="0"/>
            <a:ext cx="109728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9EAAD05-5B3D-10ED-53E3-FDA768CAA8B6}"/>
              </a:ext>
            </a:extLst>
          </p:cNvPr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3940B20-15AB-095E-DD9A-424639D47BF2}"/>
              </a:ext>
            </a:extLst>
          </p:cNvPr>
          <p:cNvSpPr/>
          <p:nvPr/>
        </p:nvSpPr>
        <p:spPr>
          <a:xfrm>
            <a:off x="7991856" y="5088636"/>
            <a:ext cx="1152144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4EC703-1C6A-7584-CA47-49D26D278744}"/>
              </a:ext>
            </a:extLst>
          </p:cNvPr>
          <p:cNvSpPr/>
          <p:nvPr/>
        </p:nvSpPr>
        <p:spPr>
          <a:xfrm>
            <a:off x="9089136" y="404622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D0973E9-6F9B-6EE2-A9F0-10A12675A093}"/>
              </a:ext>
            </a:extLst>
          </p:cNvPr>
          <p:cNvSpPr/>
          <p:nvPr/>
        </p:nvSpPr>
        <p:spPr>
          <a:xfrm>
            <a:off x="0" y="5088636"/>
            <a:ext cx="10972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13CE9E7-D76F-4289-A02F-625060D1B162}"/>
              </a:ext>
            </a:extLst>
          </p:cNvPr>
          <p:cNvSpPr/>
          <p:nvPr/>
        </p:nvSpPr>
        <p:spPr>
          <a:xfrm>
            <a:off x="0" y="4046220"/>
            <a:ext cx="54864" cy="10972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88BC6A6-DFD3-9804-D7DC-11F333FB990E}"/>
              </a:ext>
            </a:extLst>
          </p:cNvPr>
          <p:cNvSpPr/>
          <p:nvPr/>
        </p:nvSpPr>
        <p:spPr>
          <a:xfrm>
            <a:off x="7543800" y="-371100"/>
            <a:ext cx="4114800" cy="4114800"/>
          </a:xfrm>
          <a:prstGeom prst="ellipse">
            <a:avLst/>
          </a:prstGeom>
          <a:solidFill>
            <a:srgbClr val="A855F7">
              <a:alpha val="12000"/>
            </a:srgbClr>
          </a:solidFill>
          <a:ln w="12700">
            <a:solidFill>
              <a:srgbClr val="A855F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143054E-43C5-7B29-EBDC-28971876E45E}"/>
              </a:ext>
            </a:extLst>
          </p:cNvPr>
          <p:cNvSpPr/>
          <p:nvPr/>
        </p:nvSpPr>
        <p:spPr>
          <a:xfrm>
            <a:off x="-971133" y="2139696"/>
            <a:ext cx="2743200" cy="2743200"/>
          </a:xfrm>
          <a:prstGeom prst="ellipse">
            <a:avLst/>
          </a:prstGeom>
          <a:solidFill>
            <a:srgbClr val="00E5FF">
              <a:alpha val="10000"/>
            </a:srgbClr>
          </a:solidFill>
          <a:ln w="12700">
            <a:solidFill>
              <a:srgbClr val="00E5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2341EE7-935E-CEBB-C60F-7AB16DAD1DA8}"/>
              </a:ext>
            </a:extLst>
          </p:cNvPr>
          <p:cNvSpPr/>
          <p:nvPr/>
        </p:nvSpPr>
        <p:spPr>
          <a:xfrm>
            <a:off x="548640" y="1005839"/>
            <a:ext cx="8046720" cy="20463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kern="0" spc="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7200" b="1" kern="0" spc="8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7200" b="1" kern="0" spc="8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72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direct</a:t>
            </a:r>
            <a:endParaRPr lang="en-US" sz="7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6B9D8E1-CAD4-35D8-20ED-A2F4BEC2EF99}"/>
              </a:ext>
            </a:extLst>
          </p:cNvPr>
          <p:cNvSpPr/>
          <p:nvPr/>
        </p:nvSpPr>
        <p:spPr>
          <a:xfrm>
            <a:off x="2560320" y="3180243"/>
            <a:ext cx="4023360" cy="4572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7669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02FCB-5624-4F9C-4975-65C3D1EB5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F9E0ADA-9096-412D-4C2B-BBD45BF4AD61}"/>
              </a:ext>
            </a:extLst>
          </p:cNvPr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EBB1A5-98D5-6F68-B42B-B0F1E0AC995B}"/>
              </a:ext>
            </a:extLst>
          </p:cNvPr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du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local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D179DB-988E-6774-149C-C83486EBA072}"/>
              </a:ext>
            </a:extLst>
          </p:cNvPr>
          <p:cNvSpPr/>
          <p:nvPr/>
        </p:nvSpPr>
        <p:spPr>
          <a:xfrm>
            <a:off x="36576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4A17CB-58A3-00B1-378C-6E23B40A4809}"/>
              </a:ext>
            </a:extLst>
          </p:cNvPr>
          <p:cNvSpPr/>
          <p:nvPr/>
        </p:nvSpPr>
        <p:spPr>
          <a:xfrm>
            <a:off x="475488" y="1252728"/>
            <a:ext cx="402336" cy="402336"/>
          </a:xfrm>
          <a:prstGeom prst="ellipse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5034B4A-5358-370C-F962-49FF9950F2F6}"/>
              </a:ext>
            </a:extLst>
          </p:cNvPr>
          <p:cNvSpPr/>
          <p:nvPr/>
        </p:nvSpPr>
        <p:spPr>
          <a:xfrm>
            <a:off x="987552" y="128016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Clonage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B84F6DC-1FAF-BE27-90A0-19E004FDBA71}"/>
              </a:ext>
            </a:extLst>
          </p:cNvPr>
          <p:cNvSpPr/>
          <p:nvPr/>
        </p:nvSpPr>
        <p:spPr>
          <a:xfrm>
            <a:off x="36576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AB9437E7-4AA7-D96F-3E4A-0A4348DC4922}"/>
              </a:ext>
            </a:extLst>
          </p:cNvPr>
          <p:cNvSpPr/>
          <p:nvPr/>
        </p:nvSpPr>
        <p:spPr>
          <a:xfrm>
            <a:off x="475488" y="2212848"/>
            <a:ext cx="402336" cy="402336"/>
          </a:xfrm>
          <a:prstGeom prst="ellipse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BAE440C-E767-E819-38C7-BC6835C1AA82}"/>
              </a:ext>
            </a:extLst>
          </p:cNvPr>
          <p:cNvSpPr/>
          <p:nvPr/>
        </p:nvSpPr>
        <p:spPr>
          <a:xfrm>
            <a:off x="987552" y="206654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7F826DE-7D42-CC59-D072-BF1CB2C93C32}"/>
              </a:ext>
            </a:extLst>
          </p:cNvPr>
          <p:cNvSpPr/>
          <p:nvPr/>
        </p:nvSpPr>
        <p:spPr>
          <a:xfrm>
            <a:off x="987552" y="24140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BDD et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ainsi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privileges</a:t>
            </a:r>
          </a:p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tables à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schema.sql</a:t>
            </a: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5F52CB3-C501-DD6B-963F-E21F3FD58EE1}"/>
              </a:ext>
            </a:extLst>
          </p:cNvPr>
          <p:cNvSpPr/>
          <p:nvPr/>
        </p:nvSpPr>
        <p:spPr>
          <a:xfrm>
            <a:off x="36576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22C55E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0394EBC-A846-D4A3-3E69-6A47EFB27F79}"/>
              </a:ext>
            </a:extLst>
          </p:cNvPr>
          <p:cNvSpPr/>
          <p:nvPr/>
        </p:nvSpPr>
        <p:spPr>
          <a:xfrm>
            <a:off x="475488" y="3172968"/>
            <a:ext cx="402336" cy="402336"/>
          </a:xfrm>
          <a:prstGeom prst="ellipse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EAB5E7D-AA71-E667-7176-BDBDAD211E9B}"/>
              </a:ext>
            </a:extLst>
          </p:cNvPr>
          <p:cNvSpPr/>
          <p:nvPr/>
        </p:nvSpPr>
        <p:spPr>
          <a:xfrm>
            <a:off x="987552" y="302666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des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dépendances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5681305-D8B0-E730-3FC5-3E2C94A5FE9F}"/>
              </a:ext>
            </a:extLst>
          </p:cNvPr>
          <p:cNvSpPr/>
          <p:nvPr/>
        </p:nvSpPr>
        <p:spPr>
          <a:xfrm>
            <a:off x="987552" y="3374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dans le dossier backend et lancer la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</a:t>
            </a:r>
            <a:endParaRPr lang="en-US" sz="11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</a:t>
            </a: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0589043-34E5-AEC5-A35C-A3D874536B3F}"/>
              </a:ext>
            </a:extLst>
          </p:cNvPr>
          <p:cNvSpPr/>
          <p:nvPr/>
        </p:nvSpPr>
        <p:spPr>
          <a:xfrm>
            <a:off x="36576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CF96229-752D-A04D-897F-96D44FA27F8A}"/>
              </a:ext>
            </a:extLst>
          </p:cNvPr>
          <p:cNvSpPr/>
          <p:nvPr/>
        </p:nvSpPr>
        <p:spPr>
          <a:xfrm>
            <a:off x="475488" y="4133088"/>
            <a:ext cx="402336" cy="402336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130C0BF-B103-6A3F-F0E5-74D0ACF6E5FD}"/>
              </a:ext>
            </a:extLst>
          </p:cNvPr>
          <p:cNvSpPr/>
          <p:nvPr/>
        </p:nvSpPr>
        <p:spPr>
          <a:xfrm>
            <a:off x="987552" y="416052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.env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indiqué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codeberg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82249D4-C4DA-2058-2075-8BE4169E539D}"/>
              </a:ext>
            </a:extLst>
          </p:cNvPr>
          <p:cNvSpPr/>
          <p:nvPr/>
        </p:nvSpPr>
        <p:spPr>
          <a:xfrm>
            <a:off x="466344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904A4B18-546B-5F8D-49FA-9FA3505DBBA5}"/>
              </a:ext>
            </a:extLst>
          </p:cNvPr>
          <p:cNvSpPr/>
          <p:nvPr/>
        </p:nvSpPr>
        <p:spPr>
          <a:xfrm>
            <a:off x="4773168" y="1252728"/>
            <a:ext cx="402336" cy="402336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724B748-6F0B-8D11-BAAF-FC692B61AE4B}"/>
              </a:ext>
            </a:extLst>
          </p:cNvPr>
          <p:cNvSpPr/>
          <p:nvPr/>
        </p:nvSpPr>
        <p:spPr>
          <a:xfrm>
            <a:off x="5285232" y="110642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Démarrer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backend</a:t>
            </a:r>
            <a:endParaRPr lang="en-US" sz="1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D92F569-6611-8D40-2B54-DABDF1E41967}"/>
              </a:ext>
            </a:extLst>
          </p:cNvPr>
          <p:cNvSpPr/>
          <p:nvPr/>
        </p:nvSpPr>
        <p:spPr>
          <a:xfrm>
            <a:off x="5285232" y="145389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start”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D1760B2C-937E-B683-E3B7-90CDD69CBCF6}"/>
              </a:ext>
            </a:extLst>
          </p:cNvPr>
          <p:cNvSpPr/>
          <p:nvPr/>
        </p:nvSpPr>
        <p:spPr>
          <a:xfrm>
            <a:off x="466344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8BD72B0-075F-2C6A-A449-6F479985EE48}"/>
              </a:ext>
            </a:extLst>
          </p:cNvPr>
          <p:cNvSpPr/>
          <p:nvPr/>
        </p:nvSpPr>
        <p:spPr>
          <a:xfrm>
            <a:off x="4773168" y="2212848"/>
            <a:ext cx="402336" cy="402336"/>
          </a:xfrm>
          <a:prstGeom prst="ellipse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B2091C9-A13D-E3C6-2CCB-88EB7B96C7F8}"/>
              </a:ext>
            </a:extLst>
          </p:cNvPr>
          <p:cNvSpPr/>
          <p:nvPr/>
        </p:nvSpPr>
        <p:spPr>
          <a:xfrm>
            <a:off x="5285232" y="206654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le frontend </a:t>
            </a:r>
            <a:endParaRPr lang="en-US" sz="14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4B82182-32EF-8359-0120-118B37C4E983}"/>
              </a:ext>
            </a:extLst>
          </p:cNvPr>
          <p:cNvSpPr/>
          <p:nvPr/>
        </p:nvSpPr>
        <p:spPr>
          <a:xfrm>
            <a:off x="5285232" y="24140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LiveServer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WAMP / XAMP</a:t>
            </a:r>
            <a:endParaRPr lang="en-US" sz="11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064BE48-007B-847A-AA68-496D7EAFBD69}"/>
              </a:ext>
            </a:extLst>
          </p:cNvPr>
          <p:cNvSpPr/>
          <p:nvPr/>
        </p:nvSpPr>
        <p:spPr>
          <a:xfrm>
            <a:off x="466344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1B806D5-DF5D-B438-C686-4CA722303936}"/>
              </a:ext>
            </a:extLst>
          </p:cNvPr>
          <p:cNvSpPr/>
          <p:nvPr/>
        </p:nvSpPr>
        <p:spPr>
          <a:xfrm>
            <a:off x="4773168" y="3172968"/>
            <a:ext cx="402336" cy="402336"/>
          </a:xfrm>
          <a:prstGeom prst="ellipse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EABDD7EA-57BB-A668-8BD4-710E2B86FB3D}"/>
              </a:ext>
            </a:extLst>
          </p:cNvPr>
          <p:cNvSpPr/>
          <p:nvPr/>
        </p:nvSpPr>
        <p:spPr>
          <a:xfrm>
            <a:off x="5285232" y="320040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page sur le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40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1BBD5A93-8410-6C18-EFE5-0518BC8FE00E}"/>
              </a:ext>
            </a:extLst>
          </p:cNvPr>
          <p:cNvSpPr/>
          <p:nvPr/>
        </p:nvSpPr>
        <p:spPr>
          <a:xfrm>
            <a:off x="4663440" y="3935839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chemeClr val="accent1">
                <a:lumMod val="75000"/>
                <a:alpha val="60000"/>
              </a:scheme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28977A84-89D4-401B-F8D9-9223C8A17D55}"/>
              </a:ext>
            </a:extLst>
          </p:cNvPr>
          <p:cNvSpPr/>
          <p:nvPr/>
        </p:nvSpPr>
        <p:spPr>
          <a:xfrm>
            <a:off x="4773168" y="4137007"/>
            <a:ext cx="402336" cy="402336"/>
          </a:xfrm>
          <a:prstGeom prst="ellipse">
            <a:avLst/>
          </a:prstGeom>
          <a:solidFill>
            <a:schemeClr val="accent5">
              <a:lumMod val="50000"/>
              <a:alpha val="80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166F4E4C-4C26-3434-AF58-1DEABB64A746}"/>
              </a:ext>
            </a:extLst>
          </p:cNvPr>
          <p:cNvSpPr/>
          <p:nvPr/>
        </p:nvSpPr>
        <p:spPr>
          <a:xfrm>
            <a:off x="5285232" y="416052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Profitez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jeu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1075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Test — 57 cas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0" y="91440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E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132320" y="1874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de test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65760" y="1005840"/>
          <a:ext cx="649224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04164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D1526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365760" y="4041648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097280" y="404164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Critique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54680" y="404164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D152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154680" y="4041648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886200" y="404164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Majeur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43600" y="4041648"/>
            <a:ext cx="2606040" cy="777240"/>
          </a:xfrm>
          <a:prstGeom prst="roundRect">
            <a:avLst>
              <a:gd name="adj" fmla="val 9412"/>
            </a:avLst>
          </a:prstGeom>
          <a:solidFill>
            <a:srgbClr val="0D1526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943600" y="4041648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675120" y="4041648"/>
            <a:ext cx="1874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Mineur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" y="484632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: tous les P1 + P2 obligatoires · Aucun T-SEC échoué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48640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Évolutions Futures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75488" y="1252728"/>
            <a:ext cx="402336" cy="402336"/>
          </a:xfrm>
          <a:prstGeom prst="ellipse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87552" y="110642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combat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7552" y="145389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Affrontements contre ennemis · HP / dégâts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475488" y="2212848"/>
            <a:ext cx="402336" cy="402336"/>
          </a:xfrm>
          <a:prstGeom prst="ellipse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987552" y="206654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Inventaire en jeu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87552" y="24140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d'objets et armes pendant la partie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22C55E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5488" y="3172968"/>
            <a:ext cx="402336" cy="402336"/>
          </a:xfrm>
          <a:prstGeom prst="ellipse">
            <a:avLst/>
          </a:prstGeom>
          <a:solidFill>
            <a:srgbClr val="22C55E">
              <a:alpha val="80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987552" y="302666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87552" y="3374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d'items avec monnaie du jeu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75488" y="4133088"/>
            <a:ext cx="402336" cy="402336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987552" y="398678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Ennemis avec 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87552" y="433425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Comportements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adaptatifs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773168" y="1252728"/>
            <a:ext cx="402336" cy="402336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285232" y="110642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charge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85232" y="145389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sous charge · Optimisation BDD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201168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00E5FF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73168" y="2212848"/>
            <a:ext cx="402336" cy="402336"/>
          </a:xfrm>
          <a:prstGeom prst="ellipse">
            <a:avLst/>
          </a:prstGeom>
          <a:solidFill>
            <a:srgbClr val="00E5F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285232" y="206654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85232" y="241401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en ligne · Hébergement serveur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rgbClr val="A855F7">
                <a:alpha val="60000"/>
              </a:srgb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4773168" y="3172968"/>
            <a:ext cx="402336" cy="402336"/>
          </a:xfrm>
          <a:prstGeom prst="ellipse">
            <a:avLst/>
          </a:prstGeom>
          <a:solidFill>
            <a:srgbClr val="A855F7">
              <a:alpha val="8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285232" y="302666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85232" y="3374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Compatibilité tactile · Responsive design</a:t>
            </a:r>
            <a:endParaRPr lang="en-US" sz="1100" dirty="0"/>
          </a:p>
        </p:txBody>
      </p:sp>
      <p:sp>
        <p:nvSpPr>
          <p:cNvPr id="33" name="Shape 26">
            <a:extLst>
              <a:ext uri="{FF2B5EF4-FFF2-40B4-BE49-F238E27FC236}">
                <a16:creationId xmlns:a16="http://schemas.microsoft.com/office/drawing/2014/main" id="{FB5949B5-B6FE-9110-22A3-4496F2EAD032}"/>
              </a:ext>
            </a:extLst>
          </p:cNvPr>
          <p:cNvSpPr/>
          <p:nvPr/>
        </p:nvSpPr>
        <p:spPr>
          <a:xfrm>
            <a:off x="4663440" y="3935839"/>
            <a:ext cx="4069080" cy="804672"/>
          </a:xfrm>
          <a:prstGeom prst="roundRect">
            <a:avLst>
              <a:gd name="adj" fmla="val 9091"/>
            </a:avLst>
          </a:prstGeom>
          <a:solidFill>
            <a:srgbClr val="0D1526"/>
          </a:solidFill>
          <a:ln w="12700">
            <a:solidFill>
              <a:schemeClr val="accent1">
                <a:lumMod val="75000"/>
                <a:alpha val="60000"/>
              </a:schemeClr>
            </a:solidFill>
            <a:prstDash val="solid"/>
          </a:ln>
          <a:effectLst>
            <a:outerShdw blurRad="1270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9E772D80-0CAE-3C10-FDA9-C4C1126018EC}"/>
              </a:ext>
            </a:extLst>
          </p:cNvPr>
          <p:cNvSpPr/>
          <p:nvPr/>
        </p:nvSpPr>
        <p:spPr>
          <a:xfrm>
            <a:off x="4773168" y="4137007"/>
            <a:ext cx="402336" cy="402336"/>
          </a:xfrm>
          <a:prstGeom prst="ellipse">
            <a:avLst/>
          </a:prstGeom>
          <a:solidFill>
            <a:schemeClr val="accent5">
              <a:lumMod val="50000"/>
              <a:alpha val="80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5B6F2DE9-D468-4F07-CFA2-CB47A7D80544}"/>
              </a:ext>
            </a:extLst>
          </p:cNvPr>
          <p:cNvSpPr/>
          <p:nvPr/>
        </p:nvSpPr>
        <p:spPr>
          <a:xfrm>
            <a:off x="5285232" y="3990703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Musique</a:t>
            </a:r>
            <a:endParaRPr lang="en-US" sz="1400" dirty="0"/>
          </a:p>
        </p:txBody>
      </p:sp>
      <p:sp>
        <p:nvSpPr>
          <p:cNvPr id="39" name="Text 29">
            <a:extLst>
              <a:ext uri="{FF2B5EF4-FFF2-40B4-BE49-F238E27FC236}">
                <a16:creationId xmlns:a16="http://schemas.microsoft.com/office/drawing/2014/main" id="{3C22D2F4-1BF9-A8B5-9942-F68F271E195F}"/>
              </a:ext>
            </a:extLst>
          </p:cNvPr>
          <p:cNvSpPr/>
          <p:nvPr/>
        </p:nvSpPr>
        <p:spPr>
          <a:xfrm>
            <a:off x="5285232" y="4338175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· En combat 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0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7991856" y="5088636"/>
            <a:ext cx="1152144" cy="54864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9089136" y="4046220"/>
            <a:ext cx="54864" cy="1097280"/>
          </a:xfrm>
          <a:prstGeom prst="rect">
            <a:avLst/>
          </a:prstGeom>
          <a:solidFill>
            <a:srgbClr val="00E5FF"/>
          </a:solidFill>
          <a:ln w="12700">
            <a:solidFill>
              <a:srgbClr val="00E5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0" y="5088636"/>
            <a:ext cx="1097280" cy="54864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0" y="4046220"/>
            <a:ext cx="54864" cy="109728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097280" y="1078992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783080" y="107899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 complète et fonctionnelle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1152144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1097280" y="1655064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783080" y="1655064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sécurisée — JWT + bcrypt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88720" y="1728216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1097280" y="2231136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783080" y="2231136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de jeu Phaser.js 3 opérationnel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88720" y="2304288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1097280" y="2807208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1783080" y="2807208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serveur PostgreSQL — 12 tables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88720" y="2880360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1097280" y="3383280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783080" y="3383280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 complète — 8 pages · FR/EN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88720" y="3456432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1097280" y="3959352"/>
            <a:ext cx="6949440" cy="475488"/>
          </a:xfrm>
          <a:prstGeom prst="roundRect">
            <a:avLst>
              <a:gd name="adj" fmla="val 15385"/>
            </a:avLst>
          </a:prstGeom>
          <a:solidFill>
            <a:srgbClr val="0D15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783080" y="3959352"/>
            <a:ext cx="6126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cas de test documentés (plan de test complet)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88720" y="4032504"/>
            <a:ext cx="329184" cy="329184"/>
          </a:xfrm>
          <a:prstGeom prst="ellipse">
            <a:avLst/>
          </a:prstGeom>
          <a:solidFill>
            <a:srgbClr val="22C55E">
              <a:alpha val="85000"/>
            </a:srgbClr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1088</Words>
  <Application>Microsoft Office PowerPoint</Application>
  <PresentationFormat>Affichage à l'écran (16:9)</PresentationFormat>
  <Paragraphs>225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NeuroPulse — Présentation du projet</dc:title>
  <dc:subject>PptxGenJS Presentation</dc:subject>
  <dc:creator>N. SILLAIRE, A. VIVIEN, O. LAADRAOUI</dc:creator>
  <cp:lastModifiedBy>Antoine VIVIEN</cp:lastModifiedBy>
  <cp:revision>1</cp:revision>
  <dcterms:created xsi:type="dcterms:W3CDTF">2026-06-30T20:03:18Z</dcterms:created>
  <dcterms:modified xsi:type="dcterms:W3CDTF">2026-07-01T08:59:16Z</dcterms:modified>
</cp:coreProperties>
</file>